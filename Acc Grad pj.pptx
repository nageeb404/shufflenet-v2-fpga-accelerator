
<file path=[Content_Types].xml><?xml version="1.0" encoding="utf-8"?>
<Types xmlns="http://schemas.openxmlformats.org/package/2006/content-types">
  <Default Extension="mp4" ContentType="video/unknown"/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diagrams/colors17.xml" ContentType="application/vnd.openxmlformats-officedocument.drawingml.diagramColors+xml"/>
  <Override PartName="/ppt/diagrams/drawing12.xml" ContentType="application/vnd.openxmlformats-officedocument.drawingml.diagramDrawing+xml"/>
  <Override PartName="/ppt/diagrams/quickStyle6.xml" ContentType="application/vnd.openxmlformats-officedocument.drawingml.diagramStyle+xml"/>
  <Override PartName="/ppt/diagrams/drawing17.xml" ContentType="application/vnd.openxmlformats-officedocument.drawingml.diagramDrawing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14.xml" ContentType="application/vnd.openxmlformats-officedocument.drawingml.diagramStyle+xml"/>
  <Override PartName="/ppt/diagrams/colors11.xml" ContentType="application/vnd.openxmlformats-officedocument.drawingml.diagramColors+xml"/>
  <Override PartName="/ppt/diagrams/colors8.xml" ContentType="application/vnd.openxmlformats-officedocument.drawingml.diagramColors+xml"/>
  <Override PartName="/ppt/slideLayouts/slideLayout4.xml" ContentType="application/vnd.openxmlformats-officedocument.presentationml.slideLayout+xml"/>
  <Override PartName="/ppt/diagrams/quickStyle19.xml" ContentType="application/vnd.openxmlformats-officedocument.drawingml.diagramStyle+xml"/>
  <Override PartName="/ppt/diagrams/layout16.xml" ContentType="application/vnd.openxmlformats-officedocument.drawingml.diagramLayout+xml"/>
  <Override PartName="/ppt/diagrams/drawing18.xml" ContentType="application/vnd.openxmlformats-officedocument.drawingml.diagramDrawing+xml"/>
  <Override PartName="/ppt/diagrams/data14.xml" ContentType="application/vnd.openxmlformats-officedocument.drawingml.diagramData+xml"/>
  <Override PartName="/ppt/diagrams/layout18.xml" ContentType="application/vnd.openxmlformats-officedocument.drawingml.diagramLayout+xml"/>
  <Override PartName="/ppt/diagrams/colors19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4.xml" ContentType="application/vnd.openxmlformats-officedocument.drawingml.diagramLayout+xml"/>
  <Override PartName="/ppt/diagrams/colors13.xml" ContentType="application/vnd.openxmlformats-officedocument.drawingml.diagramColors+xml"/>
  <Override PartName="/ppt/notesSlides/notesSlide40.xml" ContentType="application/vnd.openxmlformats-officedocument.presentationml.notesSlide+xml"/>
  <Override PartName="/ppt/diagrams/layout12.xml" ContentType="application/vnd.openxmlformats-officedocument.drawingml.diagramLayout+xml"/>
  <Override PartName="/ppt/diagrams/data8.xml" ContentType="application/vnd.openxmlformats-officedocument.drawingml.diagramData+xml"/>
  <Override PartName="/ppt/diagrams/layout2.xml" ContentType="application/vnd.openxmlformats-officedocument.drawingml.diagramLayout+xml"/>
  <Override PartName="/ppt/notesSlides/notesSlide13.xml" ContentType="application/vnd.openxmlformats-officedocument.presentationml.notesSlide+xml"/>
  <Override PartName="/ppt/notesSlides/notesSlide64.xml" ContentType="application/vnd.openxmlformats-officedocument.presentationml.notesSlide+xml"/>
  <Override PartName="/ppt/diagrams/layout11.xml" ContentType="application/vnd.openxmlformats-officedocument.drawingml.diagramLayout+xml"/>
  <Override PartName="/ppt/notesSlides/notesSlide38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rawing16.xml" ContentType="application/vnd.openxmlformats-officedocument.drawingml.diagramDrawing+xml"/>
  <Override PartName="/ppt/diagrams/layout3.xml" ContentType="application/vnd.openxmlformats-officedocument.drawingml.diagramLayout+xml"/>
  <Override PartName="/ppt/diagrams/data11.xml" ContentType="application/vnd.openxmlformats-officedocument.drawingml.diagramData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diagrams/colors10.xml" ContentType="application/vnd.openxmlformats-officedocument.drawingml.diagramColors+xml"/>
  <Override PartName="/ppt/diagrams/drawing19.xml" ContentType="application/vnd.openxmlformats-officedocument.drawingml.diagramDrawing+xml"/>
  <Override PartName="/ppt/diagrams/data10.xml" ContentType="application/vnd.openxmlformats-officedocument.drawingml.diagramData+xml"/>
  <Override PartName="/ppt/diagrams/colors2.xml" ContentType="application/vnd.openxmlformats-officedocument.drawingml.diagramColors+xml"/>
  <Override PartName="/ppt/diagrams/data5.xml" ContentType="application/vnd.openxmlformats-officedocument.drawingml.diagramData+xml"/>
  <Override PartName="/ppt/diagrams/drawing6.xml" ContentType="application/vnd.openxmlformats-officedocument.drawingml.diagramDrawing+xml"/>
  <Override PartName="/ppt/diagrams/quickStyle4.xml" ContentType="application/vnd.openxmlformats-officedocument.drawingml.diagramStyle+xml"/>
  <Override PartName="/ppt/diagrams/drawing5.xml" ContentType="application/vnd.openxmlformats-officedocument.drawingml.diagramDrawing+xml"/>
  <Override PartName="/ppt/slides/slide37.xml" ContentType="application/vnd.openxmlformats-officedocument.presentationml.slide+xml"/>
  <Override PartName="/ppt/slides/slide28.xml" ContentType="application/vnd.openxmlformats-officedocument.presentationml.slide+xml"/>
  <Override PartName="/ppt/slides/slide56.xml" ContentType="application/vnd.openxmlformats-officedocument.presentationml.slide+xml"/>
  <Override PartName="/ppt/diagrams/data3.xml" ContentType="application/vnd.openxmlformats-officedocument.drawingml.diagramData+xml"/>
  <Override PartName="/ppt/notesSlides/notesSlide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layout17.xml" ContentType="application/vnd.openxmlformats-officedocument.drawingml.diagramLayout+xml"/>
  <Override PartName="/ppt/slides/slide32.xml" ContentType="application/vnd.openxmlformats-officedocument.presentationml.slide+xml"/>
  <Override PartName="/ppt/diagrams/data13.xml" ContentType="application/vnd.openxmlformats-officedocument.drawingml.diagramData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8.xml" ContentType="application/vnd.openxmlformats-officedocument.drawingml.diagramData+xml"/>
  <Override PartName="/ppt/diagrams/quickStyle7.xml" ContentType="application/vnd.openxmlformats-officedocument.drawingml.diagramStyle+xml"/>
  <Override PartName="/ppt/notesSlides/notesSlide62.xml" ContentType="application/vnd.openxmlformats-officedocument.presentationml.notesSlide+xml"/>
  <Override PartName="/ppt/diagrams/drawing3.xml" ContentType="application/vnd.openxmlformats-officedocument.drawingml.diagramDrawing+xml"/>
  <Override PartName="/ppt/notesSlides/notesSlide34.xml" ContentType="application/vnd.openxmlformats-officedocument.presentationml.notesSlide+xml"/>
  <Override PartName="/ppt/diagrams/quickStyle10.xml" ContentType="application/vnd.openxmlformats-officedocument.drawingml.diagramStyle+xml"/>
  <Override PartName="/ppt/slides/slide6.xml" ContentType="application/vnd.openxmlformats-officedocument.presentationml.slide+xml"/>
  <Override PartName="/ppt/diagrams/colors5.xml" ContentType="application/vnd.openxmlformats-officedocument.drawingml.diagramColors+xml"/>
  <Override PartName="/ppt/notesSlides/notesSlide56.xml" ContentType="application/vnd.openxmlformats-officedocument.presentationml.notesSlide+xml"/>
  <Override PartName="/ppt/diagrams/quickStyle18.xml" ContentType="application/vnd.openxmlformats-officedocument.drawingml.diagramStyle+xml"/>
  <Override PartName="/ppt/diagrams/colors6.xml" ContentType="application/vnd.openxmlformats-officedocument.drawingml.diagramColors+xml"/>
  <Override PartName="/ppt/diagrams/colors15.xml" ContentType="application/vnd.openxmlformats-officedocument.drawingml.diagramColors+xml"/>
  <Override PartName="/ppt/slides/slide7.xml" ContentType="application/vnd.openxmlformats-officedocument.presentationml.slide+xml"/>
  <Override PartName="/ppt/diagrams/drawing4.xml" ContentType="application/vnd.openxmlformats-officedocument.drawingml.diagramDrawing+xml"/>
  <Override PartName="/ppt/diagrams/layout7.xml" ContentType="application/vnd.openxmlformats-officedocument.drawingml.diagramLayout+xml"/>
  <Override PartName="/ppt/diagrams/colors1.xml" ContentType="application/vnd.openxmlformats-officedocument.drawingml.diagramColors+xml"/>
  <Override PartName="/ppt/notesSlides/notesSlide1.xml" ContentType="application/vnd.openxmlformats-officedocument.presentationml.notesSlide+xml"/>
  <Override PartName="/ppt/diagrams/drawing2.xml" ContentType="application/vnd.openxmlformats-officedocument.drawingml.diagramDrawing+xml"/>
  <Override PartName="/ppt/diagrams/data16.xml" ContentType="application/vnd.openxmlformats-officedocument.drawingml.diagramData+xml"/>
  <Override PartName="/ppt/diagrams/data9.xml" ContentType="application/vnd.openxmlformats-officedocument.drawingml.diagramData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diagrams/colors14.xml" ContentType="application/vnd.openxmlformats-officedocument.drawingml.diagramColors+xml"/>
  <Override PartName="/ppt/diagrams/data17.xml" ContentType="application/vnd.openxmlformats-officedocument.drawingml.diagramData+xml"/>
  <Override PartName="/ppt/diagrams/quickStyle15.xml" ContentType="application/vnd.openxmlformats-officedocument.drawingml.diagramStyle+xml"/>
  <Override PartName="/ppt/diagrams/quickStyle11.xml" ContentType="application/vnd.openxmlformats-officedocument.drawingml.diagramStyle+xml"/>
  <Override PartName="/ppt/diagrams/layout1.xml" ContentType="application/vnd.openxmlformats-officedocument.drawingml.diagramLayout+xml"/>
  <Override PartName="/ppt/diagrams/colors4.xml" ContentType="application/vnd.openxmlformats-officedocument.drawingml.diagramColors+xml"/>
  <Override PartName="/ppt/diagrams/quickStyle2.xml" ContentType="application/vnd.openxmlformats-officedocument.drawingml.diagramStyle+xml"/>
  <Override PartName="/ppt/diagrams/data1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5.xml" ContentType="application/vnd.openxmlformats-officedocument.drawingml.diagramStyle+xml"/>
  <Override PartName="/ppt/diagrams/drawing8.xml" ContentType="application/vnd.openxmlformats-officedocument.drawingml.diagramDrawing+xml"/>
  <Override PartName="/ppt/notesSlides/notesSlide24.xml" ContentType="application/vnd.openxmlformats-officedocument.presentationml.notesSlide+xml"/>
  <Override PartName="/ppt/diagrams/colors7.xml" ContentType="application/vnd.openxmlformats-officedocument.drawingml.diagramColors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12.xml" ContentType="application/vnd.openxmlformats-officedocument.drawingml.diagramColors+xml"/>
  <Override PartName="/ppt/diagrams/layout5.xml" ContentType="application/vnd.openxmlformats-officedocument.drawingml.diagramLayout+xml"/>
  <Override PartName="/ppt/diagrams/drawing13.xml" ContentType="application/vnd.openxmlformats-officedocument.drawingml.diagramDrawing+xml"/>
  <Override PartName="/ppt/slides/slide31.xml" ContentType="application/vnd.openxmlformats-officedocument.presentationml.slide+xml"/>
  <Override PartName="/ppt/slides/slide58.xml" ContentType="application/vnd.openxmlformats-officedocument.presentationml.slide+xml"/>
  <Override PartName="/ppt/slides/slide18.xml" ContentType="application/vnd.openxmlformats-officedocument.presentationml.slide+xml"/>
  <Override PartName="/ppt/diagrams/drawing10.xml" ContentType="application/vnd.openxmlformats-officedocument.drawingml.diagramDrawing+xml"/>
  <Override PartName="/ppt/diagrams/drawing7.xml" ContentType="application/vnd.openxmlformats-officedocument.drawingml.diagramDrawing+xml"/>
  <Override PartName="/ppt/slides/slide34.xml" ContentType="application/vnd.openxmlformats-officedocument.presentationml.slide+xml"/>
  <Override PartName="/ppt/diagrams/drawing15.xml" ContentType="application/vnd.openxmlformats-officedocument.drawingml.diagramDrawing+xml"/>
  <Override PartName="/ppt/diagrams/quickStyle12.xml" ContentType="application/vnd.openxmlformats-officedocument.drawingml.diagramStyle+xml"/>
  <Override PartName="/ppt/diagrams/data15.xml" ContentType="application/vnd.openxmlformats-officedocument.drawingml.diagramData+xml"/>
  <Override PartName="/ppt/diagrams/drawing14.xml" ContentType="application/vnd.openxmlformats-officedocument.drawingml.diagramDrawing+xml"/>
  <Override PartName="/ppt/diagrams/layout8.xml" ContentType="application/vnd.openxmlformats-officedocument.drawingml.diagramLayout+xml"/>
  <Override PartName="/ppt/diagrams/drawing9.xml" ContentType="application/vnd.openxmlformats-officedocument.drawingml.diagramDrawing+xml"/>
  <Override PartName="/ppt/diagrams/layout9.xml" ContentType="application/vnd.openxmlformats-officedocument.drawingml.diagramLayout+xml"/>
  <Override PartName="/ppt/slides/slide30.xml" ContentType="application/vnd.openxmlformats-officedocument.presentationml.slide+xml"/>
  <Override PartName="/ppt/diagrams/colors9.xml" ContentType="application/vnd.openxmlformats-officedocument.drawingml.diagramColors+xml"/>
  <Override PartName="/ppt/slides/slide54.xml" ContentType="application/vnd.openxmlformats-officedocument.presentationml.slide+xml"/>
  <Override PartName="/ppt/diagrams/data1.xml" ContentType="application/vnd.openxmlformats-officedocument.drawingml.diagramData+xml"/>
  <Override PartName="/ppt/diagrams/quickStyle9.xml" ContentType="application/vnd.openxmlformats-officedocument.drawingml.diagramStyl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diagrams/colors3.xml" ContentType="application/vnd.openxmlformats-officedocument.drawingml.diagramColors+xml"/>
  <Override PartName="/ppt/slides/slide61.xml" ContentType="application/vnd.openxmlformats-officedocument.presentationml.slide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52.xml" ContentType="application/vnd.openxmlformats-officedocument.presentationml.slide+xml"/>
  <Override PartName="/ppt/diagrams/data7.xml" ContentType="application/vnd.openxmlformats-officedocument.drawingml.diagramData+xml"/>
  <Override PartName="/ppt/slides/slide55.xml" ContentType="application/vnd.openxmlformats-officedocument.presentationml.slide+xml"/>
  <Override PartName="/ppt/diagrams/drawing11.xml" ContentType="application/vnd.openxmlformats-officedocument.drawingml.diagramDrawing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3.xml" ContentType="application/vnd.openxmlformats-officedocument.presentationml.notesSlide+xml"/>
  <Override PartName="/ppt/diagrams/data2.xml" ContentType="application/vnd.openxmlformats-officedocument.drawingml.diagramData+xml"/>
  <Override PartName="/ppt/slides/slide6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layout4.xml" ContentType="application/vnd.openxmlformats-officedocument.drawingml.diagramLayout+xml"/>
  <Override PartName="/ppt/slides/slide62.xml" ContentType="application/vnd.openxmlformats-officedocument.presentationml.slide+xml"/>
  <Override PartName="/ppt/slides/slide5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66.xml" ContentType="application/vnd.openxmlformats-officedocument.presentationml.slide+xml"/>
  <Override PartName="/ppt/diagrams/drawing1.xml" ContentType="application/vnd.openxmlformats-officedocument.drawingml.diagramDrawing+xml"/>
  <Override PartName="/ppt/slides/slide1.xml" ContentType="application/vnd.openxmlformats-officedocument.presentationml.slide+xml"/>
  <Override PartName="/ppt/diagrams/layout6.xml" ContentType="application/vnd.openxmlformats-officedocument.drawingml.diagramLayout+xml"/>
  <Override PartName="/ppt/slides/slide25.xml" ContentType="application/vnd.openxmlformats-officedocument.presentationml.slide+xml"/>
  <Override PartName="/ppt/diagrams/quickStyle1.xml" ContentType="application/vnd.openxmlformats-officedocument.drawingml.diagramStyl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0.xml" ContentType="application/vnd.openxmlformats-officedocument.presentationml.slide+xml"/>
  <Override PartName="/ppt/diagrams/colors16.xml" ContentType="application/vnd.openxmlformats-officedocument.drawingml.diagramColors+xml"/>
  <Override PartName="/ppt/diagrams/layout15.xml" ContentType="application/vnd.openxmlformats-officedocument.drawingml.diagramLayout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diagrams/colors18.xml" ContentType="application/vnd.openxmlformats-officedocument.drawingml.diagramColors+xml"/>
  <Override PartName="/ppt/slides/slide2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27.xml" ContentType="application/vnd.openxmlformats-officedocument.presentationml.slide+xml"/>
  <Override PartName="/ppt/diagrams/data4.xml" ContentType="application/vnd.openxmlformats-officedocument.drawingml.diagramData+xml"/>
  <Override PartName="/ppt/slides/slide29.xml" ContentType="application/vnd.openxmlformats-officedocument.presentationml.slide+xml"/>
  <Override PartName="/ppt/slides/slide33.xml" ContentType="application/vnd.openxmlformats-officedocument.presentationml.slide+xml"/>
  <Override PartName="/ppt/diagrams/layout19.xml" ContentType="application/vnd.openxmlformats-officedocument.drawingml.diagramLayout+xml"/>
  <Override PartName="/ppt/viewProps.xml" ContentType="application/vnd.openxmlformats-officedocument.presentationml.viewProps+xml"/>
  <Override PartName="/ppt/slides/slide6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diagrams/quickStyle8.xml" ContentType="application/vnd.openxmlformats-officedocument.drawingml.diagramStyl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3.xml" ContentType="application/vnd.openxmlformats-officedocument.presentationml.slide+xml"/>
  <Override PartName="/ppt/slides/slide49.xml" ContentType="application/vnd.openxmlformats-officedocument.presentationml.slide+xml"/>
  <Override PartName="/ppt/diagrams/data19.xml" ContentType="application/vnd.openxmlformats-officedocument.drawingml.diagramData+xml"/>
  <Override PartName="/ppt/notesSlides/notesSlide10.xml" ContentType="application/vnd.openxmlformats-officedocument.presentationml.notesSlide+xml"/>
  <Override PartName="/ppt/notesSlides/notesSlide42.xml" ContentType="application/vnd.openxmlformats-officedocument.presentationml.notesSlide+xml"/>
  <Override PartName="/ppt/slides/slide59.xml" ContentType="application/vnd.openxmlformats-officedocument.presentationml.slide+xml"/>
  <Override PartName="/ppt/diagrams/layout13.xml" ContentType="application/vnd.openxmlformats-officedocument.drawingml.diagramLayout+xml"/>
  <Override PartName="/ppt/slides/slide60.xml" ContentType="application/vnd.openxmlformats-officedocument.presentationml.slide+xml"/>
  <Override PartName="/ppt/slides/slide64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notesSlides/notesSlide1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B344D84-9AFB-497E-A393-DC336BA19D2E}" styleName="Medium Style 3 - Accent 3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38100">
              <a:solidFill>
                <a:schemeClr val="dk1"/>
              </a:solidFill>
            </a:ln>
          </a:top>
          <a:bottom>
            <a:ln w="38100">
              <a:solidFill>
                <a:schemeClr val="dk1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  <a:fill>
          <a:solidFill>
            <a:schemeClr val="accent3">
              <a:tint val="2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9" d="100"/>
          <a:sy n="89" d="100"/>
        </p:scale>
        <p:origin x="466" y="7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 /><Relationship Id="rId72" Type="http://schemas.openxmlformats.org/officeDocument/2006/relationships/tableStyles" Target="tableStyles.xml" /><Relationship Id="rId73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ata2.xml.rels><?xml version="1.0" encoding="UTF-8" standalone="yes"?><Relationships xmlns="http://schemas.openxmlformats.org/package/2006/relationships"></Relationships>
</file>

<file path=ppt/diagrams/_rels/data3.xml.rels><?xml version="1.0" encoding="UTF-8" standalone="yes"?><Relationships xmlns="http://schemas.openxmlformats.org/package/2006/relationships"></Relationships>
</file>

<file path=ppt/diagrams/_rels/data4.xml.rels><?xml version="1.0" encoding="UTF-8" standalone="yes"?><Relationships xmlns="http://schemas.openxmlformats.org/package/2006/relationships"></Relationships>
</file>

<file path=ppt/diagrams/_rels/data5.xml.rels><?xml version="1.0" encoding="UTF-8" standalone="yes"?><Relationships xmlns="http://schemas.openxmlformats.org/package/2006/relationships"></Relationships>
</file>

<file path=ppt/diagrams/_rels/data6.xml.rels><?xml version="1.0" encoding="UTF-8" standalone="yes"?><Relationships xmlns="http://schemas.openxmlformats.org/package/2006/relationships"></Relationships>
</file>

<file path=ppt/diagrams/_rels/data7.xml.rels><?xml version="1.0" encoding="UTF-8" standalone="yes"?><Relationships xmlns="http://schemas.openxmlformats.org/package/2006/relationships"></Relationships>
</file>

<file path=ppt/diagrams/_rels/data8.xml.rels><?xml version="1.0" encoding="UTF-8" standalone="yes"?><Relationships xmlns="http://schemas.openxmlformats.org/package/2006/relationships"></Relationships>
</file>

<file path=ppt/diagrams/_rels/data9.xml.rels><?xml version="1.0" encoding="UTF-8" standalone="yes"?><Relationships xmlns="http://schemas.openxmlformats.org/package/2006/relationships"></Relationships>
</file>

<file path=ppt/diagrams/_rels/data10.xml.rels><?xml version="1.0" encoding="UTF-8" standalone="yes"?><Relationships xmlns="http://schemas.openxmlformats.org/package/2006/relationships"></Relationships>
</file>

<file path=ppt/diagrams/_rels/data11.xml.rels><?xml version="1.0" encoding="UTF-8" standalone="yes"?><Relationships xmlns="http://schemas.openxmlformats.org/package/2006/relationships"></Relationships>
</file>

<file path=ppt/diagrams/_rels/data12.xml.rels><?xml version="1.0" encoding="UTF-8" standalone="yes"?><Relationships xmlns="http://schemas.openxmlformats.org/package/2006/relationships"></Relationships>
</file>

<file path=ppt/diagrams/_rels/data13.xml.rels><?xml version="1.0" encoding="UTF-8" standalone="yes"?><Relationships xmlns="http://schemas.openxmlformats.org/package/2006/relationships"></Relationships>
</file>

<file path=ppt/diagrams/_rels/data14.xml.rels><?xml version="1.0" encoding="UTF-8" standalone="yes"?><Relationships xmlns="http://schemas.openxmlformats.org/package/2006/relationships"></Relationships>
</file>

<file path=ppt/diagrams/_rels/data15.xml.rels><?xml version="1.0" encoding="UTF-8" standalone="yes"?><Relationships xmlns="http://schemas.openxmlformats.org/package/2006/relationships"></Relationships>
</file>

<file path=ppt/diagrams/_rels/data16.xml.rels><?xml version="1.0" encoding="UTF-8" standalone="yes"?><Relationships xmlns="http://schemas.openxmlformats.org/package/2006/relationships"></Relationships>
</file>

<file path=ppt/diagrams/_rels/data17.xml.rels><?xml version="1.0" encoding="UTF-8" standalone="yes"?><Relationships xmlns="http://schemas.openxmlformats.org/package/2006/relationships"></Relationships>
</file>

<file path=ppt/diagrams/_rels/data18.xml.rels><?xml version="1.0" encoding="UTF-8" standalone="yes"?><Relationships xmlns="http://schemas.openxmlformats.org/package/2006/relationships"></Relationships>
</file>

<file path=ppt/diagrams/_rels/data19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_rels/drawing2.xml.rels><?xml version="1.0" encoding="UTF-8" standalone="yes"?><Relationships xmlns="http://schemas.openxmlformats.org/package/2006/relationships"></Relationships>
</file>

<file path=ppt/diagrams/_rels/drawing3.xml.rels><?xml version="1.0" encoding="UTF-8" standalone="yes"?><Relationships xmlns="http://schemas.openxmlformats.org/package/2006/relationships"></Relationships>
</file>

<file path=ppt/diagrams/_rels/drawing4.xml.rels><?xml version="1.0" encoding="UTF-8" standalone="yes"?><Relationships xmlns="http://schemas.openxmlformats.org/package/2006/relationships"></Relationships>
</file>

<file path=ppt/diagrams/_rels/drawing5.xml.rels><?xml version="1.0" encoding="UTF-8" standalone="yes"?><Relationships xmlns="http://schemas.openxmlformats.org/package/2006/relationships"></Relationships>
</file>

<file path=ppt/diagrams/_rels/drawing6.xml.rels><?xml version="1.0" encoding="UTF-8" standalone="yes"?><Relationships xmlns="http://schemas.openxmlformats.org/package/2006/relationships"></Relationships>
</file>

<file path=ppt/diagrams/_rels/drawing7.xml.rels><?xml version="1.0" encoding="UTF-8" standalone="yes"?><Relationships xmlns="http://schemas.openxmlformats.org/package/2006/relationships"></Relationships>
</file>

<file path=ppt/diagrams/_rels/drawing8.xml.rels><?xml version="1.0" encoding="UTF-8" standalone="yes"?><Relationships xmlns="http://schemas.openxmlformats.org/package/2006/relationships"></Relationships>
</file>

<file path=ppt/diagrams/_rels/drawing9.xml.rels><?xml version="1.0" encoding="UTF-8" standalone="yes"?><Relationships xmlns="http://schemas.openxmlformats.org/package/2006/relationships"></Relationships>
</file>

<file path=ppt/diagrams/_rels/drawing10.xml.rels><?xml version="1.0" encoding="UTF-8" standalone="yes"?><Relationships xmlns="http://schemas.openxmlformats.org/package/2006/relationships"></Relationships>
</file>

<file path=ppt/diagrams/_rels/drawing11.xml.rels><?xml version="1.0" encoding="UTF-8" standalone="yes"?><Relationships xmlns="http://schemas.openxmlformats.org/package/2006/relationships"></Relationships>
</file>

<file path=ppt/diagrams/_rels/drawing12.xml.rels><?xml version="1.0" encoding="UTF-8" standalone="yes"?><Relationships xmlns="http://schemas.openxmlformats.org/package/2006/relationships"></Relationships>
</file>

<file path=ppt/diagrams/_rels/drawing13.xml.rels><?xml version="1.0" encoding="UTF-8" standalone="yes"?><Relationships xmlns="http://schemas.openxmlformats.org/package/2006/relationships"></Relationships>
</file>

<file path=ppt/diagrams/_rels/drawing14.xml.rels><?xml version="1.0" encoding="UTF-8" standalone="yes"?><Relationships xmlns="http://schemas.openxmlformats.org/package/2006/relationships"></Relationships>
</file>

<file path=ppt/diagrams/_rels/drawing15.xml.rels><?xml version="1.0" encoding="UTF-8" standalone="yes"?><Relationships xmlns="http://schemas.openxmlformats.org/package/2006/relationships"></Relationships>
</file>

<file path=ppt/diagrams/_rels/drawing16.xml.rels><?xml version="1.0" encoding="UTF-8" standalone="yes"?><Relationships xmlns="http://schemas.openxmlformats.org/package/2006/relationships"></Relationships>
</file>

<file path=ppt/diagrams/_rels/drawing17.xml.rels><?xml version="1.0" encoding="UTF-8" standalone="yes"?><Relationships xmlns="http://schemas.openxmlformats.org/package/2006/relationships"></Relationships>
</file>

<file path=ppt/diagrams/_rels/drawing18.xml.rels><?xml version="1.0" encoding="UTF-8" standalone="yes"?><Relationships xmlns="http://schemas.openxmlformats.org/package/2006/relationships"></Relationships>
</file>

<file path=ppt/diagrams/_rels/drawing19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4"/>
      <a:schemeClr val="accent5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4">
        <a:alpha val="50000"/>
      </a:schemeClr>
      <a:schemeClr val="accent5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4">
        <a:tint val="50000"/>
      </a:schemeClr>
      <a:schemeClr val="accent5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4">
        <a:tint val="50000"/>
      </a:schemeClr>
      <a:schemeClr val="accent5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4">
        <a:tint val="50000"/>
      </a:schemeClr>
      <a:schemeClr val="accent5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4"/>
    </dgm:fillClrLst>
    <dgm:linClrLst hueDir="cw" meth="repeat">
      <a:schemeClr val="accent4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4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4"/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4">
        <a:tint val="9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4">
        <a:tint val="7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4">
        <a:tint val="5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4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4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4">
        <a:tint val="50000"/>
        <a:alpha val="4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4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3"/>
      <a:schemeClr val="accent4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3">
        <a:alpha val="50000"/>
      </a:schemeClr>
      <a:schemeClr val="accent4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3">
        <a:tint val="50000"/>
      </a:schemeClr>
      <a:schemeClr val="accent4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3"/>
    </dgm:fillClrLst>
    <dgm:linClrLst hueDir="cw" meth="repeat">
      <a:schemeClr val="accent3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3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4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3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3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3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3"/>
      <a:schemeClr val="accent4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3">
        <a:alpha val="50000"/>
      </a:schemeClr>
      <a:schemeClr val="accent4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3">
        <a:tint val="50000"/>
      </a:schemeClr>
      <a:schemeClr val="accent4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3"/>
    </dgm:fillClrLst>
    <dgm:linClrLst hueDir="cw" meth="repeat">
      <a:schemeClr val="accent3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3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4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3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3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3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3"/>
      <a:schemeClr val="accent4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3">
        <a:alpha val="50000"/>
      </a:schemeClr>
      <a:schemeClr val="accent4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3">
        <a:tint val="50000"/>
      </a:schemeClr>
      <a:schemeClr val="accent4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3">
        <a:tint val="50000"/>
      </a:schemeClr>
      <a:schemeClr val="accent4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3"/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3"/>
    </dgm:fillClrLst>
    <dgm:linClrLst hueDir="cw" meth="repeat">
      <a:schemeClr val="accent3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3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4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3"/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3"/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3">
        <a:tint val="40000"/>
        <a:alpha val="90000"/>
      </a:schemeClr>
      <a:schemeClr val="accent4">
        <a:tint val="40000"/>
        <a:alpha val="90000"/>
      </a:schemeClr>
    </dgm:fillClrLst>
    <dgm:linClrLst hueDir="cw" meth="span">
      <a:schemeClr val="accent3">
        <a:tint val="40000"/>
        <a:alpha val="90000"/>
      </a:schemeClr>
      <a:schemeClr val="accent4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3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3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4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3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4"/>
      <a:schemeClr val="accent5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4">
        <a:alpha val="50000"/>
      </a:schemeClr>
      <a:schemeClr val="accent5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4">
        <a:tint val="50000"/>
      </a:schemeClr>
      <a:schemeClr val="accent5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4">
        <a:tint val="50000"/>
      </a:schemeClr>
      <a:schemeClr val="accent5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4">
        <a:tint val="50000"/>
      </a:schemeClr>
      <a:schemeClr val="accent5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4"/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4"/>
    </dgm:fillClrLst>
    <dgm:linClrLst hueDir="cw" meth="repeat">
      <a:schemeClr val="accent4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4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4"/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4">
        <a:tint val="9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4">
        <a:tint val="7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4">
        <a:tint val="5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4"/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4">
        <a:tint val="40000"/>
        <a:alpha val="90000"/>
      </a:schemeClr>
      <a:schemeClr val="accent5">
        <a:tint val="40000"/>
        <a:alpha val="90000"/>
      </a:schemeClr>
    </dgm:fillClrLst>
    <dgm:linClrLst hueDir="cw" meth="span">
      <a:schemeClr val="accent4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4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4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4">
        <a:tint val="50000"/>
        <a:alpha val="4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4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hueDir="cw" meth="cycle">
      <a:schemeClr val="accent2">
        <a:shade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cycle">
      <a:schemeClr val="accent2">
        <a:shade val="50000"/>
      </a:schemeClr>
      <a:schemeClr val="accent2">
        <a:tint val="4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cycle">
      <a:schemeClr val="accent2">
        <a:shade val="50000"/>
      </a:schemeClr>
      <a:schemeClr val="accent2">
        <a:tint val="45000"/>
      </a:schemeClr>
    </dgm:fillClrLst>
    <dgm:linClrLst hueDir="cw" meth="cycle">
      <a:schemeClr val="accent2">
        <a:shade val="50000"/>
      </a:schemeClr>
      <a:schemeClr val="accent2">
        <a:tint val="45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cycle">
      <a:schemeClr val="accent2">
        <a:shade val="50000"/>
      </a:schemeClr>
      <a:schemeClr val="accent2">
        <a:tint val="4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2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2">
        <a:tint val="99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>
        <a:tint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2">
        <a:tint val="50000"/>
      </a:schemeClr>
      <a:schemeClr val="accent2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2">
        <a:tint val="50000"/>
      </a:schemeClr>
      <a:schemeClr val="accent2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2">
        <a:tint val="50000"/>
      </a:schemeClr>
      <a:schemeClr val="accent2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cycle">
      <a:schemeClr val="accent2">
        <a:shade val="90000"/>
      </a:schemeClr>
      <a:schemeClr val="accent2">
        <a:tint val="50000"/>
      </a:schemeClr>
    </dgm:fillClrLst>
    <dgm:linClrLst hueDir="cw" meth="cycle">
      <a:schemeClr val="accent2">
        <a:shade val="90000"/>
      </a:schemeClr>
      <a:schemeClr val="accent2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cycle">
      <a:schemeClr val="accent2">
        <a:shade val="90000"/>
      </a:schemeClr>
      <a:schemeClr val="accent2">
        <a:tint val="50000"/>
      </a:schemeClr>
    </dgm:fillClrLst>
    <dgm:linClrLst hueDir="cw" meth="cycle">
      <a:schemeClr val="accent2">
        <a:shade val="90000"/>
      </a:schemeClr>
      <a:schemeClr val="accent2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cycle">
      <a:schemeClr val="accent2">
        <a:shade val="90000"/>
      </a:schemeClr>
      <a:schemeClr val="accent2">
        <a:tint val="50000"/>
      </a:schemeClr>
    </dgm:fillClrLst>
    <dgm:linClrLst hueDir="cw" meth="cycle">
      <a:schemeClr val="accent2">
        <a:shade val="90000"/>
      </a:schemeClr>
      <a:schemeClr val="accent2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cycle">
      <a:schemeClr val="accent2">
        <a:shade val="90000"/>
      </a:schemeClr>
      <a:schemeClr val="accent2">
        <a:tint val="50000"/>
      </a:schemeClr>
    </dgm:fillClrLst>
    <dgm:linClrLst hueDir="cw" meth="cycle">
      <a:schemeClr val="accent2">
        <a:shade val="90000"/>
      </a:schemeClr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2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2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2">
        <a:tint val="9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>
        <a:tint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2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>
        <a:tint val="6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2">
        <a:tint val="90000"/>
      </a:schemeClr>
    </dgm:fillClrLst>
    <dgm:linClrLst hueDir="cw" meth="repeat">
      <a:schemeClr val="accent2">
        <a:tint val="9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2">
        <a:tint val="70000"/>
      </a:schemeClr>
    </dgm:fillClrLst>
    <dgm:linClrLst hueDir="cw" meth="repeat">
      <a:schemeClr val="accent2">
        <a:tint val="7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2">
        <a:tint val="50000"/>
      </a:schemeClr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1D1">
    <dgm:fillClrLst hueDir="cw" meth="repeat">
      <a:schemeClr val="accent2">
        <a:shade val="8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2">
        <a:tint val="90000"/>
      </a:schemeClr>
    </dgm:fillClrLst>
    <dgm:linClrLst hueDir="cw" meth="repeat">
      <a:schemeClr val="accent2">
        <a:tint val="9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2">
        <a:tint val="70000"/>
      </a:schemeClr>
    </dgm:fillClrLst>
    <dgm:linClrLst hueDir="cw" meth="repeat">
      <a:schemeClr val="accent2">
        <a:tint val="7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2">
        <a:tint val="50000"/>
      </a:schemeClr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cycle">
      <a:schemeClr val="accent2">
        <a:shade val="50000"/>
      </a:schemeClr>
      <a:schemeClr val="accent2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cycle">
      <a:schemeClr val="accent2">
        <a:shade val="50000"/>
      </a:schemeClr>
      <a:schemeClr val="accent2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cycle">
      <a:schemeClr val="accent2">
        <a:shade val="50000"/>
      </a:schemeClr>
      <a:schemeClr val="accent2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55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cycle">
      <a:schemeClr val="accent2">
        <a:shade val="50000"/>
      </a:schemeClr>
      <a:schemeClr val="accent2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cycle">
      <a:schemeClr val="accent2">
        <a:shade val="50000"/>
      </a:schemeClr>
      <a:schemeClr val="accent2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2">
        <a:alpha val="90000"/>
        <a:tint val="55000"/>
      </a:schemeClr>
    </dgm:fillClrLst>
    <dgm:linClrLst hueDir="cw" meth="repeat">
      <a:schemeClr val="accent2">
        <a:alpha val="90000"/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2">
        <a:alpha val="90000"/>
        <a:tint val="55000"/>
      </a:schemeClr>
    </dgm:fillClrLst>
    <dgm:linClrLst hueDir="cw" meth="repeat">
      <a:schemeClr val="accent2">
        <a:alpha val="90000"/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2">
        <a:alpha val="90000"/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2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2">
        <a:tint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2">
        <a:tint val="7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>
        <a:tint val="55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2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2">
        <a:tint val="50000"/>
        <a:alpha val="55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hueDir="cw" meth="cycle">
      <a:schemeClr val="accent5">
        <a:shade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cycle">
      <a:schemeClr val="accent5">
        <a:shade val="50000"/>
      </a:schemeClr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cycle">
      <a:schemeClr val="accent5">
        <a:shade val="50000"/>
      </a:schemeClr>
      <a:schemeClr val="accent5">
        <a:tint val="55000"/>
      </a:schemeClr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cycle">
      <a:schemeClr val="accent5">
        <a:shade val="50000"/>
      </a:schemeClr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5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5">
        <a:tint val="99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5">
        <a:tint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cycle">
      <a:schemeClr val="accent5">
        <a:shade val="90000"/>
      </a:schemeClr>
      <a:schemeClr val="accent5">
        <a:tint val="50000"/>
      </a:schemeClr>
    </dgm:fillClrLst>
    <dgm:linClrLst hueDir="cw" meth="cycle">
      <a:schemeClr val="accent5">
        <a:shade val="90000"/>
      </a:schemeClr>
      <a:schemeClr val="accent5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cycle">
      <a:schemeClr val="accent5">
        <a:shade val="90000"/>
      </a:schemeClr>
      <a:schemeClr val="accent5">
        <a:tint val="50000"/>
      </a:schemeClr>
    </dgm:fillClrLst>
    <dgm:linClrLst hueDir="cw" meth="cycle">
      <a:schemeClr val="accent5">
        <a:shade val="90000"/>
      </a:schemeClr>
      <a:schemeClr val="accent5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cycle">
      <a:schemeClr val="accent5">
        <a:shade val="90000"/>
      </a:schemeClr>
      <a:schemeClr val="accent5">
        <a:tint val="50000"/>
      </a:schemeClr>
    </dgm:fillClrLst>
    <dgm:linClrLst hueDir="cw" meth="cycle">
      <a:schemeClr val="accent5">
        <a:shade val="90000"/>
      </a:schemeClr>
      <a:schemeClr val="accent5">
        <a:tint val="5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cycle">
      <a:schemeClr val="accent5">
        <a:shade val="90000"/>
      </a:schemeClr>
      <a:schemeClr val="accent5">
        <a:tint val="50000"/>
      </a:schemeClr>
    </dgm:fillClrLst>
    <dgm:linClrLst hueDir="cw" meth="cycle">
      <a:schemeClr val="accent5">
        <a:shade val="90000"/>
      </a:schemeClr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5">
        <a:shade val="8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5">
        <a:tint val="9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5">
        <a:tint val="7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5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>
        <a:tint val="60000"/>
      </a:schemeClr>
    </dgm:fillClrLst>
    <dgm:linClrLst hueDir="cw" meth="repeat">
      <a:schemeClr val="accent5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2">
    <dgm:fillClrLst hueDir="cw" meth="repeat">
      <a:schemeClr val="accent5">
        <a:tint val="90000"/>
      </a:schemeClr>
    </dgm:fillClrLst>
    <dgm:linClrLst hueDir="cw" meth="repeat">
      <a:schemeClr val="accent5">
        <a:tint val="9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5">
        <a:tint val="70000"/>
      </a:schemeClr>
    </dgm:fillClrLst>
    <dgm:linClrLst hueDir="cw" meth="repeat">
      <a:schemeClr val="accent5">
        <a:tint val="7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>
        <a:tint val="50000"/>
      </a:schemeClr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parChTrans1D1">
    <dgm:fillClrLst hueDir="cw" meth="repeat">
      <a:schemeClr val="accent5">
        <a:shade val="80000"/>
      </a:schemeClr>
    </dgm:fillClrLst>
    <dgm:linClrLst hueDir="cw" meth="repeat">
      <a:schemeClr val="accent5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5">
        <a:tint val="90000"/>
      </a:schemeClr>
    </dgm:fillClrLst>
    <dgm:linClrLst hueDir="cw" meth="repeat">
      <a:schemeClr val="accent5">
        <a:tint val="9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5">
        <a:tint val="70000"/>
      </a:schemeClr>
    </dgm:fillClrLst>
    <dgm:linClrLst hueDir="cw" meth="repeat">
      <a:schemeClr val="accent5">
        <a:tint val="7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5">
        <a:tint val="50000"/>
      </a:schemeClr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55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cycle">
      <a:schemeClr val="accent5">
        <a:shade val="50000"/>
      </a:schemeClr>
      <a:schemeClr val="accent5"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5">
        <a:alpha val="90000"/>
        <a:tint val="55000"/>
      </a:schemeClr>
    </dgm:fillClrLst>
    <dgm:linClrLst hueDir="cw" meth="repeat">
      <a:schemeClr val="accent5">
        <a:alpha val="90000"/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5">
        <a:alpha val="90000"/>
        <a:tint val="55000"/>
      </a:schemeClr>
    </dgm:fillClrLst>
    <dgm:linClrLst hueDir="cw" meth="repeat">
      <a:schemeClr val="accent5">
        <a:alpha val="90000"/>
        <a:tint val="55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5">
        <a:alpha val="90000"/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5">
        <a:shade val="8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5">
        <a:tint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5">
        <a:tint val="7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55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55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55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span">
      <a:schemeClr val="accent5"/>
      <a:schemeClr val="accent6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span"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span"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5">
        <a:tint val="50000"/>
      </a:schemeClr>
      <a:schemeClr val="accent6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span"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span"/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5"/>
    </dgm:fillClrLst>
    <dgm:linClrLst hueDir="cw" meth="repeat">
      <a:schemeClr val="accent5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5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6"/>
    </dgm:fillClrLst>
    <dgm:linClrLst hueDir="cw" meth="repeat">
      <a:schemeClr val="lt1">
        <a:shade val="8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5"/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6">
        <a:tint val="90000"/>
      </a:schemeClr>
    </dgm:fillClrLst>
    <dgm:linClrLst hueDir="cw" meth="repeat"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6">
        <a:tint val="7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6">
        <a:tint val="5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span"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5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span"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span"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5">
        <a:tint val="4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5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5">
        <a:tint val="50000"/>
        <a:alpha val="40000"/>
      </a:schemeClr>
    </dgm:fillClrLst>
    <dgm:linClrLst hueDir="cw" meth="repeat">
      <a:schemeClr val="accent5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5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D297369-6D37-4B6E-B933-ADC7372C2260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77EC1818-2E38-4F41-9775-481EC3D05446}" type="node">
      <dgm:prSet/>
      <dgm:spPr bwMode="auto"/>
      <dgm:t>
        <a:bodyPr/>
        <a:lstStyle/>
        <a:p>
          <a:pPr>
            <a:defRPr/>
          </a:pPr>
          <a:r>
            <a:rPr lang="en-US" b="0"/>
            <a:t>▸  1958 — Jack Kilby invents the IC: 6 transistors on germanium</a:t>
          </a:r>
          <a:endParaRPr lang="en-US"/>
        </a:p>
      </dgm:t>
    </dgm:pt>
    <dgm:pt modelId="{D0802977-DA2E-4492-AC63-12895C5BCE75}" type="parTrans" cxnId="{8BE22CD6-D753-41BF-8EC5-CFF16BC5B28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8FC5EBF-EF28-4A2B-A849-271F75B694DD}" type="sibTrans" cxnId="{8BE22CD6-D753-41BF-8EC5-CFF16BC5B28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48EEAA8-34DB-41B7-BDEF-F9AA6CBCCB50}" type="node">
      <dgm:prSet/>
      <dgm:spPr bwMode="auto"/>
      <dgm:t>
        <a:bodyPr/>
        <a:lstStyle/>
        <a:p>
          <a:pPr>
            <a:defRPr/>
          </a:pPr>
          <a:r>
            <a:rPr lang="en-US" b="0"/>
            <a:t>▸  Moore's Law (1965): transistor count doubles every ~18 months</a:t>
          </a:r>
          <a:endParaRPr lang="en-US"/>
        </a:p>
      </dgm:t>
    </dgm:pt>
    <dgm:pt modelId="{CE0D984B-C820-4B17-94F7-6F113959CE9A}" type="parTrans" cxnId="{D9F4A8B3-1AF6-44D4-8EB2-F742E51467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3566825-AEA2-4448-B68D-18AE1C9949A1}" type="sibTrans" cxnId="{D9F4A8B3-1AF6-44D4-8EB2-F742E514676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3D1C7CC-F8CD-43AB-B69E-4D0CF1AF66BC}" type="node">
      <dgm:prSet/>
      <dgm:spPr bwMode="auto"/>
      <dgm:t>
        <a:bodyPr/>
        <a:lstStyle/>
        <a:p>
          <a:pPr>
            <a:defRPr/>
          </a:pPr>
          <a:r>
            <a:rPr lang="en-US" b="1"/>
            <a:t>▸  2023 — Apple M3: 19 billion transistors on a single chip</a:t>
          </a:r>
          <a:endParaRPr lang="en-US"/>
        </a:p>
      </dgm:t>
    </dgm:pt>
    <dgm:pt modelId="{73165AC6-13B2-463D-A7BE-82517551BE4E}" type="parTrans" cxnId="{7AF0EEBB-EAC0-4DB5-AB28-ECF1AEFC201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3C986BD-0901-4E65-9B9E-7AA5B45AB434}" type="sibTrans" cxnId="{7AF0EEBB-EAC0-4DB5-AB28-ECF1AEFC201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A448AEA-4A96-49C9-A9CC-F76D058F01E5}" type="pres">
      <dgm:prSet presAssocID="{CD297369-6D37-4B6E-B933-ADC7372C2260}" presName="Name0" presStyleCnt="0">
        <dgm:presLayoutVars>
          <dgm:dir val="norm"/>
          <dgm:resizeHandles val="exact"/>
        </dgm:presLayoutVars>
      </dgm:prSet>
      <dgm:spPr bwMode="auto"/>
    </dgm:pt>
    <dgm:pt modelId="{17CD3149-64EE-4B8C-8681-F24D335F0468}" type="pres">
      <dgm:prSet presAssocID="{77EC1818-2E38-4F41-9775-481EC3D05446}" presName="node" presStyleLbl="node1" presStyleIdx="0" presStyleCnt="3">
        <dgm:presLayoutVars>
          <dgm:bulletEnabled val="1"/>
        </dgm:presLayoutVars>
      </dgm:prSet>
      <dgm:spPr bwMode="auto"/>
    </dgm:pt>
    <dgm:pt modelId="{B530AF65-59FB-4DBF-A232-E178EC9D0AD3}" type="pres">
      <dgm:prSet presAssocID="{B8FC5EBF-EF28-4A2B-A849-271F75B694DD}" presName="sibTrans" presStyleLbl="sibTrans2D1" presStyleIdx="0" presStyleCnt="2"/>
      <dgm:spPr bwMode="auto"/>
    </dgm:pt>
    <dgm:pt modelId="{CBB9FC3F-4FA9-4BB2-A765-A84FEDFD7AED}" type="pres">
      <dgm:prSet presAssocID="{B8FC5EBF-EF28-4A2B-A849-271F75B694DD}" presName="connectorText" presStyleLbl="sibTrans2D1" presStyleIdx="0" presStyleCnt="2"/>
      <dgm:spPr bwMode="auto"/>
    </dgm:pt>
    <dgm:pt modelId="{8F5B361B-F0CE-49A6-A705-A6AF601FB26B}" type="pres">
      <dgm:prSet presAssocID="{348EEAA8-34DB-41B7-BDEF-F9AA6CBCCB50}" presName="node" presStyleLbl="node1" presStyleIdx="1" presStyleCnt="3">
        <dgm:presLayoutVars>
          <dgm:bulletEnabled val="1"/>
        </dgm:presLayoutVars>
      </dgm:prSet>
      <dgm:spPr bwMode="auto"/>
    </dgm:pt>
    <dgm:pt modelId="{E4EB5CAA-B67F-480F-BB85-A8FDACC0DD86}" type="pres">
      <dgm:prSet presAssocID="{63566825-AEA2-4448-B68D-18AE1C9949A1}" presName="sibTrans" presStyleLbl="sibTrans2D1" presStyleIdx="1" presStyleCnt="2"/>
      <dgm:spPr bwMode="auto"/>
    </dgm:pt>
    <dgm:pt modelId="{2A52CEB6-FEB3-4569-8DD0-5ACAF4294021}" type="pres">
      <dgm:prSet presAssocID="{63566825-AEA2-4448-B68D-18AE1C9949A1}" presName="connectorText" presStyleLbl="sibTrans2D1" presStyleIdx="1" presStyleCnt="2"/>
      <dgm:spPr bwMode="auto"/>
    </dgm:pt>
    <dgm:pt modelId="{160FF56B-AC86-4A74-B63E-BE02C8DD286D}" type="pres">
      <dgm:prSet presAssocID="{73D1C7CC-F8CD-43AB-B69E-4D0CF1AF66BC}" presName="node" presStyleLbl="node1" presStyleIdx="2" presStyleCnt="3">
        <dgm:presLayoutVars>
          <dgm:bulletEnabled val="1"/>
        </dgm:presLayoutVars>
      </dgm:prSet>
      <dgm:spPr bwMode="auto"/>
    </dgm:pt>
  </dgm:ptLst>
  <dgm:cxnLst>
    <dgm:cxn modelId="{B06D8907-5854-4D8A-9DA4-4F24C3C170BA}" type="presOf" srcId="{77EC1818-2E38-4F41-9775-481EC3D05446}" destId="{17CD3149-64EE-4B8C-8681-F24D335F0468}" srcOrd="0" destOrd="0" presId="urn:microsoft.com/office/officeart/2005/8/layout/process1"/>
    <dgm:cxn modelId="{888B8808-A821-45C2-B9E3-D739226DC4FB}" type="presOf" srcId="{73D1C7CC-F8CD-43AB-B69E-4D0CF1AF66BC}" destId="{160FF56B-AC86-4A74-B63E-BE02C8DD286D}" srcOrd="0" destOrd="0" presId="urn:microsoft.com/office/officeart/2005/8/layout/process1"/>
    <dgm:cxn modelId="{92BBA01A-DF01-4371-8986-54405D867E3C}" type="presOf" srcId="{63566825-AEA2-4448-B68D-18AE1C9949A1}" destId="{2A52CEB6-FEB3-4569-8DD0-5ACAF4294021}" srcOrd="1" destOrd="0" presId="urn:microsoft.com/office/officeart/2005/8/layout/process1"/>
    <dgm:cxn modelId="{7EC6581F-9810-4498-9689-1C9B7FFFF611}" type="presOf" srcId="{CD297369-6D37-4B6E-B933-ADC7372C2260}" destId="{0A448AEA-4A96-49C9-A9CC-F76D058F01E5}" srcOrd="0" destOrd="0" presId="urn:microsoft.com/office/officeart/2005/8/layout/process1"/>
    <dgm:cxn modelId="{792F7E47-2F9D-4792-A118-A8CCA72DC807}" type="presOf" srcId="{63566825-AEA2-4448-B68D-18AE1C9949A1}" destId="{E4EB5CAA-B67F-480F-BB85-A8FDACC0DD86}" srcOrd="0" destOrd="0" presId="urn:microsoft.com/office/officeart/2005/8/layout/process1"/>
    <dgm:cxn modelId="{A2A37F86-7232-47EF-848A-F326C50550CB}" type="presOf" srcId="{348EEAA8-34DB-41B7-BDEF-F9AA6CBCCB50}" destId="{8F5B361B-F0CE-49A6-A705-A6AF601FB26B}" srcOrd="0" destOrd="0" presId="urn:microsoft.com/office/officeart/2005/8/layout/process1"/>
    <dgm:cxn modelId="{35919297-103F-44EE-94C6-D3BB9686E3D7}" type="presOf" srcId="{B8FC5EBF-EF28-4A2B-A849-271F75B694DD}" destId="{B530AF65-59FB-4DBF-A232-E178EC9D0AD3}" srcOrd="0" destOrd="0" presId="urn:microsoft.com/office/officeart/2005/8/layout/process1"/>
    <dgm:cxn modelId="{D9F4A8B3-1AF6-44D4-8EB2-F742E514676E}" type="parOf" srcId="{CD297369-6D37-4B6E-B933-ADC7372C2260}" destId="{348EEAA8-34DB-41B7-BDEF-F9AA6CBCCB50}" srcOrd="1" destOrd="0" parTransId="{CE0D984B-C820-4B17-94F7-6F113959CE9A}" sibTransId="{63566825-AEA2-4448-B68D-18AE1C9949A1}"/>
    <dgm:cxn modelId="{7AF0EEBB-EAC0-4DB5-AB28-ECF1AEFC2014}" type="parOf" srcId="{CD297369-6D37-4B6E-B933-ADC7372C2260}" destId="{73D1C7CC-F8CD-43AB-B69E-4D0CF1AF66BC}" srcOrd="2" destOrd="0" parTransId="{73165AC6-13B2-463D-A7BE-82517551BE4E}" sibTransId="{63C986BD-0901-4E65-9B9E-7AA5B45AB434}"/>
    <dgm:cxn modelId="{8BE22CD6-D753-41BF-8EC5-CFF16BC5B28A}" type="parOf" srcId="{CD297369-6D37-4B6E-B933-ADC7372C2260}" destId="{77EC1818-2E38-4F41-9775-481EC3D05446}" srcOrd="0" destOrd="0" parTransId="{D0802977-DA2E-4492-AC63-12895C5BCE75}" sibTransId="{B8FC5EBF-EF28-4A2B-A849-271F75B694DD}"/>
    <dgm:cxn modelId="{24398ED6-8D56-4F12-8DC1-8C4ED8415304}" type="presOf" srcId="{B8FC5EBF-EF28-4A2B-A849-271F75B694DD}" destId="{CBB9FC3F-4FA9-4BB2-A765-A84FEDFD7AED}" srcOrd="1" destOrd="0" presId="urn:microsoft.com/office/officeart/2005/8/layout/process1"/>
    <dgm:cxn modelId="{2D68D40E-2A14-4637-9DB9-AFA85D1246A1}" type="presParOf" srcId="{0A448AEA-4A96-49C9-A9CC-F76D058F01E5}" destId="{17CD3149-64EE-4B8C-8681-F24D335F0468}" srcOrd="0" destOrd="0" presId="urn:microsoft.com/office/officeart/2005/8/layout/process1"/>
    <dgm:cxn modelId="{24B8200F-7672-4FA0-BB5E-B07D97F90886}" type="presParOf" srcId="{0A448AEA-4A96-49C9-A9CC-F76D058F01E5}" destId="{B530AF65-59FB-4DBF-A232-E178EC9D0AD3}" srcOrd="1" destOrd="0" presId="urn:microsoft.com/office/officeart/2005/8/layout/process1"/>
    <dgm:cxn modelId="{CA3DF620-0DA0-4BCE-911D-18B8F7E0EE51}" type="presParOf" srcId="{B530AF65-59FB-4DBF-A232-E178EC9D0AD3}" destId="{CBB9FC3F-4FA9-4BB2-A765-A84FEDFD7AED}" srcOrd="0" destOrd="0" presId="urn:microsoft.com/office/officeart/2005/8/layout/process1"/>
    <dgm:cxn modelId="{56FBE99D-5074-48D5-9289-126162BF01DA}" type="presParOf" srcId="{0A448AEA-4A96-49C9-A9CC-F76D058F01E5}" destId="{8F5B361B-F0CE-49A6-A705-A6AF601FB26B}" srcOrd="2" destOrd="0" presId="urn:microsoft.com/office/officeart/2005/8/layout/process1"/>
    <dgm:cxn modelId="{294FD028-3725-4A41-BB85-E0C91ACF2F1E}" type="presParOf" srcId="{0A448AEA-4A96-49C9-A9CC-F76D058F01E5}" destId="{E4EB5CAA-B67F-480F-BB85-A8FDACC0DD86}" srcOrd="3" destOrd="0" presId="urn:microsoft.com/office/officeart/2005/8/layout/process1"/>
    <dgm:cxn modelId="{B01BF133-8FF9-424D-BE66-F0B6BFEF1892}" type="presParOf" srcId="{E4EB5CAA-B67F-480F-BB85-A8FDACC0DD86}" destId="{2A52CEB6-FEB3-4569-8DD0-5ACAF4294021}" srcOrd="0" destOrd="0" presId="urn:microsoft.com/office/officeart/2005/8/layout/process1"/>
    <dgm:cxn modelId="{DBB77B54-5F52-4CB0-AF0E-A36E106F68D8}" type="presParOf" srcId="{0A448AEA-4A96-49C9-A9CC-F76D058F01E5}" destId="{160FF56B-AC86-4A74-B63E-BE02C8DD286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535D67E-D6B7-4226-9E24-679004469076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106F5216-9BE6-45DD-9862-188AA8E18BD6}" type="node">
      <dgm:prSet/>
      <dgm:spPr bwMode="auto"/>
      <dgm:t>
        <a:bodyPr/>
        <a:lstStyle/>
        <a:p>
          <a:pPr>
            <a:defRPr/>
          </a:pPr>
          <a:r>
            <a:rPr lang="en-US" b="0"/>
            <a:t>▸  1957 — Rosenblatt's Perceptron: the first artificial neuron</a:t>
          </a:r>
          <a:endParaRPr lang="en-US"/>
        </a:p>
      </dgm:t>
    </dgm:pt>
    <dgm:pt modelId="{3C8A8FEB-081A-46DD-9764-993D6AF37029}" type="parTrans" cxnId="{37BBAA7D-BD6B-4115-92E9-9313980D7FA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4E55F1B-0642-43C4-86BA-4F85650B2DD2}" type="sibTrans" cxnId="{37BBAA7D-BD6B-4115-92E9-9313980D7FA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1E2079F-FF69-417F-965D-B2F89946444D}" type="node">
      <dgm:prSet/>
      <dgm:spPr bwMode="auto"/>
      <dgm:t>
        <a:bodyPr/>
        <a:lstStyle/>
        <a:p>
          <a:pPr>
            <a:defRPr/>
          </a:pPr>
          <a:r>
            <a:rPr lang="en-US" b="1"/>
            <a:t>▸  2012 — AlexNet wins ImageNet with a GPU: the AI breakthrough moment</a:t>
          </a:r>
          <a:endParaRPr lang="en-US"/>
        </a:p>
      </dgm:t>
    </dgm:pt>
    <dgm:pt modelId="{89D7D8D9-7687-4047-AB19-8045EA979965}" type="parTrans" cxnId="{F7DBEB1B-6607-4C48-BBAD-E8109131F08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34F36D8-DE3F-4FA9-8709-D481A13D2893}" type="sibTrans" cxnId="{F7DBEB1B-6607-4C48-BBAD-E8109131F08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F8B3C28-225D-493D-B39D-3BEC74CEA5DE}" type="node">
      <dgm:prSet/>
      <dgm:spPr bwMode="auto"/>
      <dgm:t>
        <a:bodyPr/>
        <a:lstStyle/>
        <a:p>
          <a:pPr>
            <a:defRPr/>
          </a:pPr>
          <a:r>
            <a:rPr lang="en-US" b="0"/>
            <a:t>▸  Today — AI compute demand grows 10× per year; hardware barely keeps up</a:t>
          </a:r>
          <a:endParaRPr lang="en-US"/>
        </a:p>
      </dgm:t>
    </dgm:pt>
    <dgm:pt modelId="{18688DA1-EDC9-4785-8857-7F6F0ABF87A1}" type="parTrans" cxnId="{23B229A6-AC9D-4E32-8C46-D004B04AA01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D931EF8-D21A-4E77-A17C-008A5D0455C4}" type="sibTrans" cxnId="{23B229A6-AC9D-4E32-8C46-D004B04AA01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96E9172-9B7C-4D29-9A94-CB0DEEA1E0AD}" type="pres">
      <dgm:prSet presAssocID="{9535D67E-D6B7-4226-9E24-679004469076}" presName="Name0" presStyleCnt="0">
        <dgm:presLayoutVars>
          <dgm:dir val="norm"/>
          <dgm:resizeHandles val="exact"/>
        </dgm:presLayoutVars>
      </dgm:prSet>
      <dgm:spPr bwMode="auto"/>
    </dgm:pt>
    <dgm:pt modelId="{9F579313-7CE6-4AA2-AF0A-E0CFFC928F02}" type="pres">
      <dgm:prSet presAssocID="{106F5216-9BE6-45DD-9862-188AA8E18BD6}" presName="node" presStyleLbl="node1" presStyleIdx="0" presStyleCnt="3">
        <dgm:presLayoutVars>
          <dgm:bulletEnabled val="1"/>
        </dgm:presLayoutVars>
      </dgm:prSet>
      <dgm:spPr bwMode="auto"/>
    </dgm:pt>
    <dgm:pt modelId="{6D072695-CF5D-49C3-AAE3-6DAEE8ACF7EC}" type="pres">
      <dgm:prSet presAssocID="{B4E55F1B-0642-43C4-86BA-4F85650B2DD2}" presName="sibTrans" presStyleLbl="sibTrans2D1" presStyleIdx="0" presStyleCnt="2"/>
      <dgm:spPr bwMode="auto"/>
    </dgm:pt>
    <dgm:pt modelId="{BB5285AA-987B-4782-9685-03D358A90917}" type="pres">
      <dgm:prSet presAssocID="{B4E55F1B-0642-43C4-86BA-4F85650B2DD2}" presName="connectorText" presStyleLbl="sibTrans2D1" presStyleIdx="0" presStyleCnt="2"/>
      <dgm:spPr bwMode="auto"/>
    </dgm:pt>
    <dgm:pt modelId="{0439CC85-61B8-491E-961D-1A89120341D1}" type="pres">
      <dgm:prSet presAssocID="{31E2079F-FF69-417F-965D-B2F89946444D}" presName="node" presStyleLbl="node1" presStyleIdx="1" presStyleCnt="3">
        <dgm:presLayoutVars>
          <dgm:bulletEnabled val="1"/>
        </dgm:presLayoutVars>
      </dgm:prSet>
      <dgm:spPr bwMode="auto"/>
    </dgm:pt>
    <dgm:pt modelId="{E058E697-7390-437C-825F-6D590F702BD5}" type="pres">
      <dgm:prSet presAssocID="{B34F36D8-DE3F-4FA9-8709-D481A13D2893}" presName="sibTrans" presStyleLbl="sibTrans2D1" presStyleIdx="1" presStyleCnt="2"/>
      <dgm:spPr bwMode="auto"/>
    </dgm:pt>
    <dgm:pt modelId="{9ED2ECC6-5AF8-404A-8443-4A691274862A}" type="pres">
      <dgm:prSet presAssocID="{B34F36D8-DE3F-4FA9-8709-D481A13D2893}" presName="connectorText" presStyleLbl="sibTrans2D1" presStyleIdx="1" presStyleCnt="2"/>
      <dgm:spPr bwMode="auto"/>
    </dgm:pt>
    <dgm:pt modelId="{B17A2C86-CE55-4D87-B639-DD9CD99B89D1}" type="pres">
      <dgm:prSet presAssocID="{FF8B3C28-225D-493D-B39D-3BEC74CEA5DE}" presName="node" presStyleLbl="node1" presStyleIdx="2" presStyleCnt="3">
        <dgm:presLayoutVars>
          <dgm:bulletEnabled val="1"/>
        </dgm:presLayoutVars>
      </dgm:prSet>
      <dgm:spPr bwMode="auto"/>
    </dgm:pt>
  </dgm:ptLst>
  <dgm:cxnLst>
    <dgm:cxn modelId="{F7DBEB1B-6607-4C48-BBAD-E8109131F083}" type="parOf" srcId="{9535D67E-D6B7-4226-9E24-679004469076}" destId="{31E2079F-FF69-417F-965D-B2F89946444D}" srcOrd="1" destOrd="0" parTransId="{89D7D8D9-7687-4047-AB19-8045EA979965}" sibTransId="{B34F36D8-DE3F-4FA9-8709-D481A13D2893}"/>
    <dgm:cxn modelId="{2131C21C-8052-4D9C-8FA7-DA870A11CC55}" type="presOf" srcId="{9535D67E-D6B7-4226-9E24-679004469076}" destId="{E96E9172-9B7C-4D29-9A94-CB0DEEA1E0AD}" srcOrd="0" destOrd="0" presId="urn:microsoft.com/office/officeart/2005/8/layout/process1"/>
    <dgm:cxn modelId="{67FA5328-809E-47FF-B5F8-9B0D2ADBEB7E}" type="presOf" srcId="{106F5216-9BE6-45DD-9862-188AA8E18BD6}" destId="{9F579313-7CE6-4AA2-AF0A-E0CFFC928F02}" srcOrd="0" destOrd="0" presId="urn:microsoft.com/office/officeart/2005/8/layout/process1"/>
    <dgm:cxn modelId="{923FC12F-34BD-4098-8333-5B081320132C}" type="presOf" srcId="{B4E55F1B-0642-43C4-86BA-4F85650B2DD2}" destId="{6D072695-CF5D-49C3-AAE3-6DAEE8ACF7EC}" srcOrd="0" destOrd="0" presId="urn:microsoft.com/office/officeart/2005/8/layout/process1"/>
    <dgm:cxn modelId="{D43BA967-69ED-43E8-AA62-2FA3E8C79034}" type="presOf" srcId="{FF8B3C28-225D-493D-B39D-3BEC74CEA5DE}" destId="{B17A2C86-CE55-4D87-B639-DD9CD99B89D1}" srcOrd="0" destOrd="0" presId="urn:microsoft.com/office/officeart/2005/8/layout/process1"/>
    <dgm:cxn modelId="{ECACA570-C014-45CE-91A7-1B774AD514C5}" type="presOf" srcId="{B34F36D8-DE3F-4FA9-8709-D481A13D2893}" destId="{9ED2ECC6-5AF8-404A-8443-4A691274862A}" srcOrd="1" destOrd="0" presId="urn:microsoft.com/office/officeart/2005/8/layout/process1"/>
    <dgm:cxn modelId="{37BBAA7D-BD6B-4115-92E9-9313980D7FA1}" type="parOf" srcId="{9535D67E-D6B7-4226-9E24-679004469076}" destId="{106F5216-9BE6-45DD-9862-188AA8E18BD6}" srcOrd="0" destOrd="0" parTransId="{3C8A8FEB-081A-46DD-9764-993D6AF37029}" sibTransId="{B4E55F1B-0642-43C4-86BA-4F85650B2DD2}"/>
    <dgm:cxn modelId="{AF596C8C-1DF3-46A5-8E69-FB0958C623D1}" type="presOf" srcId="{31E2079F-FF69-417F-965D-B2F89946444D}" destId="{0439CC85-61B8-491E-961D-1A89120341D1}" srcOrd="0" destOrd="0" presId="urn:microsoft.com/office/officeart/2005/8/layout/process1"/>
    <dgm:cxn modelId="{23B229A6-AC9D-4E32-8C46-D004B04AA018}" type="parOf" srcId="{9535D67E-D6B7-4226-9E24-679004469076}" destId="{FF8B3C28-225D-493D-B39D-3BEC74CEA5DE}" srcOrd="2" destOrd="0" parTransId="{18688DA1-EDC9-4785-8857-7F6F0ABF87A1}" sibTransId="{1D931EF8-D21A-4E77-A17C-008A5D0455C4}"/>
    <dgm:cxn modelId="{09FE99AB-1909-4A88-8F9A-9CED2FCE448D}" type="presOf" srcId="{B34F36D8-DE3F-4FA9-8709-D481A13D2893}" destId="{E058E697-7390-437C-825F-6D590F702BD5}" srcOrd="0" destOrd="0" presId="urn:microsoft.com/office/officeart/2005/8/layout/process1"/>
    <dgm:cxn modelId="{4FA06BD8-C50D-48DC-82A8-EB1AC8F4A7FF}" type="presOf" srcId="{B4E55F1B-0642-43C4-86BA-4F85650B2DD2}" destId="{BB5285AA-987B-4782-9685-03D358A90917}" srcOrd="1" destOrd="0" presId="urn:microsoft.com/office/officeart/2005/8/layout/process1"/>
    <dgm:cxn modelId="{A4EC293E-40BC-45BD-8EF6-241AF04DF067}" type="presParOf" srcId="{E96E9172-9B7C-4D29-9A94-CB0DEEA1E0AD}" destId="{9F579313-7CE6-4AA2-AF0A-E0CFFC928F02}" srcOrd="0" destOrd="0" presId="urn:microsoft.com/office/officeart/2005/8/layout/process1"/>
    <dgm:cxn modelId="{59C74C96-BA6B-4ED1-B505-D6B047A056E7}" type="presParOf" srcId="{E96E9172-9B7C-4D29-9A94-CB0DEEA1E0AD}" destId="{6D072695-CF5D-49C3-AAE3-6DAEE8ACF7EC}" srcOrd="1" destOrd="0" presId="urn:microsoft.com/office/officeart/2005/8/layout/process1"/>
    <dgm:cxn modelId="{C78A4BEA-276F-45B3-A4F1-88F8E2BD3A8C}" type="presParOf" srcId="{6D072695-CF5D-49C3-AAE3-6DAEE8ACF7EC}" destId="{BB5285AA-987B-4782-9685-03D358A90917}" srcOrd="0" destOrd="0" presId="urn:microsoft.com/office/officeart/2005/8/layout/process1"/>
    <dgm:cxn modelId="{1B620C7D-20DD-45BF-8850-A0C1C20B6DED}" type="presParOf" srcId="{E96E9172-9B7C-4D29-9A94-CB0DEEA1E0AD}" destId="{0439CC85-61B8-491E-961D-1A89120341D1}" srcOrd="2" destOrd="0" presId="urn:microsoft.com/office/officeart/2005/8/layout/process1"/>
    <dgm:cxn modelId="{13B9E34D-5373-4720-B02E-2F1CD27E2A1E}" type="presParOf" srcId="{E96E9172-9B7C-4D29-9A94-CB0DEEA1E0AD}" destId="{E058E697-7390-437C-825F-6D590F702BD5}" srcOrd="3" destOrd="0" presId="urn:microsoft.com/office/officeart/2005/8/layout/process1"/>
    <dgm:cxn modelId="{C49959F0-F059-448C-AD2A-437775A30A0A}" type="presParOf" srcId="{E058E697-7390-437C-825F-6D590F702BD5}" destId="{9ED2ECC6-5AF8-404A-8443-4A691274862A}" srcOrd="0" destOrd="0" presId="urn:microsoft.com/office/officeart/2005/8/layout/process1"/>
    <dgm:cxn modelId="{9A54E87A-D4D3-4ADC-A8C2-E47AA56B875A}" type="presParOf" srcId="{E96E9172-9B7C-4D29-9A94-CB0DEEA1E0AD}" destId="{B17A2C86-CE55-4D87-B639-DD9CD99B89D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3E6952E-C125-4196-ABE5-65EF7A5C41FF}" type="doc">
      <dgm:prSet loTypeId="urn:microsoft.com/office/officeart/2005/8/layout/chevron2" loCatId="process" qsTypeId="urn:microsoft.com/office/officeart/2005/8/quickstyle/simple1" qsCatId="simple" csTypeId="urn:microsoft.com/office/officeart/2005/8/colors/colorful5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9C74B38F-1C62-4C20-AA03-4C0A91BD92A6}" type="node">
      <dgm:prSet/>
      <dgm:spPr bwMode="auto"/>
      <dgm:t>
        <a:bodyPr/>
        <a:lstStyle/>
        <a:p>
          <a:pPr>
            <a:defRPr/>
          </a:pPr>
          <a:r>
            <a:rPr lang="en-US" b="1"/>
            <a:t>CPU</a:t>
          </a:r>
          <a:endParaRPr/>
        </a:p>
      </dgm:t>
    </dgm:pt>
    <dgm:pt modelId="{7A47E6E7-E412-42B9-BA7C-E343FBAD3A83}" type="parTrans" cxnId="{C301B33A-61A3-43C8-A992-B4117531F69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A17A4DB-98D0-4DC2-8320-222ED3B0160F}" type="sibTrans" cxnId="{C301B33A-61A3-43C8-A992-B4117531F69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05AD4A2-DB6B-4C99-B845-48EED0F8B2B2}" type="node">
      <dgm:prSet/>
      <dgm:spPr bwMode="auto"/>
      <dgm:t>
        <a:bodyPr/>
        <a:lstStyle/>
        <a:p>
          <a:pPr>
            <a:defRPr/>
          </a:pPr>
          <a:r>
            <a:rPr lang="en-US" b="1"/>
            <a:t>GPU</a:t>
          </a:r>
          <a:endParaRPr/>
        </a:p>
      </dgm:t>
    </dgm:pt>
    <dgm:pt modelId="{DC2E2624-46CA-4A87-AA1B-5290F4CD52FD}" type="parTrans" cxnId="{8F1FF0AB-517D-4208-A559-5BF7873C480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5DBFF5A-48A3-4622-8133-A400AAC5CF07}" type="sibTrans" cxnId="{8F1FF0AB-517D-4208-A559-5BF7873C480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C189570-3885-4B5A-A76E-03987AB645D5}" type="node">
      <dgm:prSet/>
      <dgm:spPr bwMode="auto"/>
      <dgm:t>
        <a:bodyPr/>
        <a:lstStyle/>
        <a:p>
          <a:pPr>
            <a:defRPr/>
          </a:pPr>
          <a:r>
            <a:rPr lang="en-US" b="1"/>
            <a:t>AI Accelerator </a:t>
          </a:r>
          <a:endParaRPr/>
        </a:p>
      </dgm:t>
    </dgm:pt>
    <dgm:pt modelId="{EBE10DFD-8E4C-459F-8932-5A71796299BD}" type="parTrans" cxnId="{57DCEFC1-9F34-4913-94BD-75E8DB0BD5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ECDCFF7-76DC-43B5-B583-01EEF500041F}" type="sibTrans" cxnId="{57DCEFC1-9F34-4913-94BD-75E8DB0BD5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F8D52CC-C808-44AC-A70E-FF7608DB2B2C}" type="node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10A7EA3-1ED2-447E-99CC-12E443B6F4CB}" type="parTrans" cxnId="{3800E60C-1C0A-45EB-AA88-66943BDC781D}">
      <dgm:prSet/>
      <dgm:spPr bwMode="auto"/>
    </dgm:pt>
    <dgm:pt modelId="{6CF15EAA-911C-4170-B35F-13469533E061}" type="sibTrans" cxnId="{3800E60C-1C0A-45EB-AA88-66943BDC781D}">
      <dgm:prSet/>
      <dgm:spPr bwMode="auto"/>
    </dgm:pt>
    <dgm:pt modelId="{7105786F-3FEA-4FD3-8546-210DF4528607}" type="pres">
      <dgm:prSet presAssocID="{93E6952E-C125-4196-ABE5-65EF7A5C41FF}" presName="linearFlow" presStyleCnt="0">
        <dgm:presLayoutVars>
          <dgm:dir val="norm"/>
          <dgm:animLvl val="lvl"/>
          <dgm:resizeHandles val="exact"/>
        </dgm:presLayoutVars>
      </dgm:prSet>
      <dgm:spPr bwMode="auto"/>
    </dgm:pt>
    <dgm:pt modelId="{3E35A600-4E08-43CF-980B-836634D2044D}" type="pres">
      <dgm:prSet presAssocID="{9C74B38F-1C62-4C20-AA03-4C0A91BD92A6}" presName="composite" presStyleCnt="0"/>
      <dgm:spPr bwMode="auto"/>
    </dgm:pt>
    <dgm:pt modelId="{B6A13C80-3E24-40D0-B4CC-E1F424A26CE1}" type="pres">
      <dgm:prSet presAssocID="{9C74B38F-1C62-4C20-AA03-4C0A91BD92A6}" presName="parentText" presStyleLbl="alignNode1" presStyleIdx="0" presStyleCnt="3">
        <dgm:presLayoutVars>
          <dgm:chMax val="1"/>
          <dgm:bulletEnabled val="1"/>
        </dgm:presLayoutVars>
      </dgm:prSet>
      <dgm:spPr bwMode="auto"/>
    </dgm:pt>
    <dgm:pt modelId="{96BB4622-B733-47C9-B76A-D976F1CC5C16}" type="pres">
      <dgm:prSet presAssocID="{9C74B38F-1C62-4C20-AA03-4C0A91BD92A6}" presName="descendantText" presStyleLbl="alignAcc1" presStyleIdx="0" presStyleCnt="3">
        <dgm:presLayoutVars>
          <dgm:bulletEnabled val="1"/>
        </dgm:presLayoutVars>
      </dgm:prSet>
      <dgm:spPr bwMode="auto"/>
    </dgm:pt>
    <dgm:pt modelId="{8C0CDCC8-F1E4-4FDE-92F8-0B36BAA7C88C}" type="pres">
      <dgm:prSet presAssocID="{0A17A4DB-98D0-4DC2-8320-222ED3B0160F}" presName="sp" presStyleCnt="0"/>
      <dgm:spPr bwMode="auto"/>
    </dgm:pt>
    <dgm:pt modelId="{8B38DB99-695F-4D51-9DB8-C96A11C9A2C2}" type="pres">
      <dgm:prSet presAssocID="{105AD4A2-DB6B-4C99-B845-48EED0F8B2B2}" presName="composite" presStyleCnt="0"/>
      <dgm:spPr bwMode="auto"/>
    </dgm:pt>
    <dgm:pt modelId="{3746E510-AE42-4853-B1C6-F054557A8719}" type="pres">
      <dgm:prSet presAssocID="{105AD4A2-DB6B-4C99-B845-48EED0F8B2B2}" presName="parentText" presStyleLbl="alignNode1" presStyleIdx="1" presStyleCnt="3">
        <dgm:presLayoutVars>
          <dgm:chMax val="1"/>
          <dgm:bulletEnabled val="1"/>
        </dgm:presLayoutVars>
      </dgm:prSet>
      <dgm:spPr bwMode="auto"/>
    </dgm:pt>
    <dgm:pt modelId="{5BF12982-738D-4868-A85F-19967AA5C4D1}" type="pres">
      <dgm:prSet presAssocID="{105AD4A2-DB6B-4C99-B845-48EED0F8B2B2}" presName="descendantText" presStyleLbl="alignAcc1" presStyleIdx="1" presStyleCnt="3">
        <dgm:presLayoutVars>
          <dgm:bulletEnabled val="1"/>
        </dgm:presLayoutVars>
      </dgm:prSet>
      <dgm:spPr bwMode="auto"/>
    </dgm:pt>
    <dgm:pt modelId="{8AE1015E-6604-4A8F-8A4D-78964F444BD7}" type="pres">
      <dgm:prSet presAssocID="{75DBFF5A-48A3-4622-8133-A400AAC5CF07}" presName="sp" presStyleCnt="0"/>
      <dgm:spPr bwMode="auto"/>
    </dgm:pt>
    <dgm:pt modelId="{8D3DFBC3-0DEC-4484-B733-881E72C3269B}" type="pres">
      <dgm:prSet presAssocID="{6C189570-3885-4B5A-A76E-03987AB645D5}" presName="composite" presStyleCnt="0"/>
      <dgm:spPr bwMode="auto"/>
    </dgm:pt>
    <dgm:pt modelId="{994DC36E-855A-48B6-B5B8-3D983D5C5B6D}" type="pres">
      <dgm:prSet presAssocID="{6C189570-3885-4B5A-A76E-03987AB645D5}" presName="parentText" presStyleLbl="alignNode1" presStyleIdx="2" presStyleCnt="3">
        <dgm:presLayoutVars>
          <dgm:chMax val="1"/>
          <dgm:bulletEnabled val="1"/>
        </dgm:presLayoutVars>
      </dgm:prSet>
      <dgm:spPr bwMode="auto"/>
    </dgm:pt>
    <dgm:pt modelId="{8C44A98E-9CAF-403F-AF1C-6AF473A9C241}" type="pres">
      <dgm:prSet presAssocID="{6C189570-3885-4B5A-A76E-03987AB645D5}" presName="descendantText" presStyleLbl="alignAcc1" presStyleIdx="2" presStyleCnt="3">
        <dgm:presLayoutVars>
          <dgm:bulletEnabled val="1"/>
        </dgm:presLayoutVars>
      </dgm:prSet>
      <dgm:spPr bwMode="auto"/>
    </dgm:pt>
  </dgm:ptLst>
  <dgm:cxnLst>
    <dgm:cxn modelId="{A12B5A05-9606-4497-BDB2-D89D5DAE46E6}" type="presOf" srcId="{1F8D52CC-C808-44AC-A70E-FF7608DB2B2C}" destId="{96BB4622-B733-47C9-B76A-D976F1CC5C16}" srcOrd="0" destOrd="0" presId="urn:microsoft.com/office/officeart/2005/8/layout/chevron2"/>
    <dgm:cxn modelId="{3800E60C-1C0A-45EB-AA88-66943BDC781D}" type="parOf" srcId="{9C74B38F-1C62-4C20-AA03-4C0A91BD92A6}" destId="{1F8D52CC-C808-44AC-A70E-FF7608DB2B2C}" srcOrd="0" destOrd="0" parTransId="{B10A7EA3-1ED2-447E-99CC-12E443B6F4CB}" sibTransId="{6CF15EAA-911C-4170-B35F-13469533E061}"/>
    <dgm:cxn modelId="{C301B33A-61A3-43C8-A992-B4117531F69B}" type="parOf" srcId="{93E6952E-C125-4196-ABE5-65EF7A5C41FF}" destId="{9C74B38F-1C62-4C20-AA03-4C0A91BD92A6}" srcOrd="0" destOrd="0" parTransId="{7A47E6E7-E412-42B9-BA7C-E343FBAD3A83}" sibTransId="{0A17A4DB-98D0-4DC2-8320-222ED3B0160F}"/>
    <dgm:cxn modelId="{B6120D4B-9DF7-4105-AA13-045C27BD991A}" type="presOf" srcId="{93E6952E-C125-4196-ABE5-65EF7A5C41FF}" destId="{7105786F-3FEA-4FD3-8546-210DF4528607}" srcOrd="0" destOrd="0" presId="urn:microsoft.com/office/officeart/2005/8/layout/chevron2"/>
    <dgm:cxn modelId="{BA333FA4-A51E-44B7-B1AC-974F2B9A800D}" type="presOf" srcId="{9C74B38F-1C62-4C20-AA03-4C0A91BD92A6}" destId="{B6A13C80-3E24-40D0-B4CC-E1F424A26CE1}" srcOrd="0" destOrd="0" presId="urn:microsoft.com/office/officeart/2005/8/layout/chevron2"/>
    <dgm:cxn modelId="{8F1FF0AB-517D-4208-A559-5BF7873C4804}" type="parOf" srcId="{93E6952E-C125-4196-ABE5-65EF7A5C41FF}" destId="{105AD4A2-DB6B-4C99-B845-48EED0F8B2B2}" srcOrd="1" destOrd="0" parTransId="{DC2E2624-46CA-4A87-AA1B-5290F4CD52FD}" sibTransId="{75DBFF5A-48A3-4622-8133-A400AAC5CF07}"/>
    <dgm:cxn modelId="{57DCEFC1-9F34-4913-94BD-75E8DB0BD5DF}" type="parOf" srcId="{93E6952E-C125-4196-ABE5-65EF7A5C41FF}" destId="{6C189570-3885-4B5A-A76E-03987AB645D5}" srcOrd="2" destOrd="0" parTransId="{EBE10DFD-8E4C-459F-8932-5A71796299BD}" sibTransId="{3ECDCFF7-76DC-43B5-B583-01EEF500041F}"/>
    <dgm:cxn modelId="{DFB4BDD5-00E6-4DFB-9ED6-7B4FD5FE938E}" type="presOf" srcId="{105AD4A2-DB6B-4C99-B845-48EED0F8B2B2}" destId="{3746E510-AE42-4853-B1C6-F054557A8719}" srcOrd="0" destOrd="0" presId="urn:microsoft.com/office/officeart/2005/8/layout/chevron2"/>
    <dgm:cxn modelId="{7A214CFB-BB85-4309-B0B2-42E86A5CC3CE}" type="presOf" srcId="{6C189570-3885-4B5A-A76E-03987AB645D5}" destId="{994DC36E-855A-48B6-B5B8-3D983D5C5B6D}" srcOrd="0" destOrd="0" presId="urn:microsoft.com/office/officeart/2005/8/layout/chevron2"/>
    <dgm:cxn modelId="{48ECCB28-C57B-4C0B-A7EB-E2229707CD41}" type="presParOf" srcId="{7105786F-3FEA-4FD3-8546-210DF4528607}" destId="{3E35A600-4E08-43CF-980B-836634D2044D}" srcOrd="0" destOrd="0" presId="urn:microsoft.com/office/officeart/2005/8/layout/chevron2"/>
    <dgm:cxn modelId="{E42F1113-44C7-4FC8-9EF8-9EE03CCA8035}" type="presParOf" srcId="{3E35A600-4E08-43CF-980B-836634D2044D}" destId="{B6A13C80-3E24-40D0-B4CC-E1F424A26CE1}" srcOrd="0" destOrd="0" presId="urn:microsoft.com/office/officeart/2005/8/layout/chevron2"/>
    <dgm:cxn modelId="{9026BA5D-3B7E-43ED-9930-98E9D5179202}" type="presParOf" srcId="{3E35A600-4E08-43CF-980B-836634D2044D}" destId="{96BB4622-B733-47C9-B76A-D976F1CC5C16}" srcOrd="1" destOrd="0" presId="urn:microsoft.com/office/officeart/2005/8/layout/chevron2"/>
    <dgm:cxn modelId="{7D0D21E5-F895-4A1D-A12C-DCCE4329C4DF}" type="presParOf" srcId="{7105786F-3FEA-4FD3-8546-210DF4528607}" destId="{8C0CDCC8-F1E4-4FDE-92F8-0B36BAA7C88C}" srcOrd="1" destOrd="0" presId="urn:microsoft.com/office/officeart/2005/8/layout/chevron2"/>
    <dgm:cxn modelId="{3EC5F6AE-DAFA-4E58-8037-8878F09EB5F5}" type="presParOf" srcId="{7105786F-3FEA-4FD3-8546-210DF4528607}" destId="{8B38DB99-695F-4D51-9DB8-C96A11C9A2C2}" srcOrd="2" destOrd="0" presId="urn:microsoft.com/office/officeart/2005/8/layout/chevron2"/>
    <dgm:cxn modelId="{63D09271-D1F5-4267-B351-F6D156E17855}" type="presParOf" srcId="{8B38DB99-695F-4D51-9DB8-C96A11C9A2C2}" destId="{3746E510-AE42-4853-B1C6-F054557A8719}" srcOrd="0" destOrd="0" presId="urn:microsoft.com/office/officeart/2005/8/layout/chevron2"/>
    <dgm:cxn modelId="{F5082CB4-1A2F-405E-BEB7-9F2B935E3488}" type="presParOf" srcId="{8B38DB99-695F-4D51-9DB8-C96A11C9A2C2}" destId="{5BF12982-738D-4868-A85F-19967AA5C4D1}" srcOrd="1" destOrd="0" presId="urn:microsoft.com/office/officeart/2005/8/layout/chevron2"/>
    <dgm:cxn modelId="{D7439F18-64A2-4EE3-8653-6A3A6345C524}" type="presParOf" srcId="{7105786F-3FEA-4FD3-8546-210DF4528607}" destId="{8AE1015E-6604-4A8F-8A4D-78964F444BD7}" srcOrd="3" destOrd="0" presId="urn:microsoft.com/office/officeart/2005/8/layout/chevron2"/>
    <dgm:cxn modelId="{E0A33588-684C-41E1-9B25-9F88E2C00D4E}" type="presParOf" srcId="{7105786F-3FEA-4FD3-8546-210DF4528607}" destId="{8D3DFBC3-0DEC-4484-B733-881E72C3269B}" srcOrd="4" destOrd="0" presId="urn:microsoft.com/office/officeart/2005/8/layout/chevron2"/>
    <dgm:cxn modelId="{B16AAB9E-54AB-449B-9134-01FCD10D071C}" type="presParOf" srcId="{8D3DFBC3-0DEC-4484-B733-881E72C3269B}" destId="{994DC36E-855A-48B6-B5B8-3D983D5C5B6D}" srcOrd="0" destOrd="0" presId="urn:microsoft.com/office/officeart/2005/8/layout/chevron2"/>
    <dgm:cxn modelId="{B2C2CB11-0A05-46D8-8B73-12A2DF81CDDE}" type="presParOf" srcId="{8D3DFBC3-0DEC-4484-B733-881E72C3269B}" destId="{8C44A98E-9CAF-403F-AF1C-6AF473A9C24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8159E077-B4BE-439D-8298-E4D75171E8AE}" type="doc">
      <dgm:prSet loTypeId="urn:microsoft.com/office/officeart/2005/8/layout/target3" loCatId="relationship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8D119B17-B005-41CC-B946-0FA830E8F085}" type="node">
      <dgm:prSet/>
      <dgm:spPr bwMode="auto"/>
      <dgm:t>
        <a:bodyPr/>
        <a:lstStyle/>
        <a:p>
          <a:pPr algn="l">
            <a:defRPr/>
          </a:pPr>
          <a:r>
            <a:rPr lang="en-US" b="0"/>
            <a:t>▸  Latency: 50–500 </a:t>
          </a:r>
          <a:r>
            <a:rPr lang="en-US" b="0"/>
            <a:t>ms</a:t>
          </a:r>
          <a:r>
            <a:rPr lang="en-US" b="0"/>
            <a:t> round trip — useless for real-time control or robotics</a:t>
          </a:r>
          <a:endParaRPr lang="en-US"/>
        </a:p>
      </dgm:t>
    </dgm:pt>
    <dgm:pt modelId="{F08295BB-7BF9-4689-8613-9A465DA11C45}" type="parTrans" cxnId="{8BF71675-367C-4DCB-ADC3-C4EDBD18E7F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591AF8D-1146-4C28-8B35-DE597148298F}" type="sibTrans" cxnId="{8BF71675-367C-4DCB-ADC3-C4EDBD18E7F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7F9C9A6-D422-4FE2-950A-B6B522FA9B26}" type="node">
      <dgm:prSet/>
      <dgm:spPr bwMode="auto"/>
      <dgm:t>
        <a:bodyPr/>
        <a:lstStyle/>
        <a:p>
          <a:pPr algn="l">
            <a:defRPr/>
          </a:pPr>
          <a:r>
            <a:rPr lang="en-US" b="0"/>
            <a:t>▸  Privacy: raw video leaves the device and travels the internet</a:t>
          </a:r>
          <a:endParaRPr lang="en-US"/>
        </a:p>
      </dgm:t>
    </dgm:pt>
    <dgm:pt modelId="{168B1E50-3545-476F-ADBA-D0B8FF14E2CE}" type="parTrans" cxnId="{DF51A4F0-A412-4FDF-B794-1D396D228E9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704049A-DE2E-4BC1-A551-6A9F6E753257}" type="sibTrans" cxnId="{DF51A4F0-A412-4FDF-B794-1D396D228E9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290B639-658F-4B86-AE0A-AFDEE006BA2C}" type="node">
      <dgm:prSet/>
      <dgm:spPr bwMode="auto"/>
      <dgm:t>
        <a:bodyPr/>
        <a:lstStyle/>
        <a:p>
          <a:pPr algn="l">
            <a:defRPr/>
          </a:pPr>
          <a:r>
            <a:rPr lang="en-US" b="0"/>
            <a:t>▸  Bandwidth: streaming HD to the cloud consumes significant network resources</a:t>
          </a:r>
          <a:endParaRPr lang="en-US"/>
        </a:p>
      </dgm:t>
    </dgm:pt>
    <dgm:pt modelId="{E667046E-6350-4B74-AE1B-FAFBBB1E621C}" type="parTrans" cxnId="{0069B866-5BCE-42A4-89A1-65AB6E12AC3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6F2003F-4026-4AA7-9417-5A163DB84BD7}" type="sibTrans" cxnId="{0069B866-5BCE-42A4-89A1-65AB6E12AC3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4E3FDFC-3B3C-4BDC-91A4-16D0D9B28223}" type="node">
      <dgm:prSet/>
      <dgm:spPr bwMode="auto"/>
      <dgm:t>
        <a:bodyPr/>
        <a:lstStyle/>
        <a:p>
          <a:pPr algn="l">
            <a:defRPr/>
          </a:pPr>
          <a:r>
            <a:rPr lang="en-US" b="0"/>
            <a:t>▸  Reliability: no connectivity = no AI — fails in tunnels, remote sites, factories</a:t>
          </a:r>
          <a:endParaRPr lang="en-US"/>
        </a:p>
      </dgm:t>
    </dgm:pt>
    <dgm:pt modelId="{437D4025-CC55-4AF1-A571-3121213D4E86}" type="parTrans" cxnId="{2E5AF630-F1A5-4468-9144-CC1C878156A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9D02E17-BCD4-4298-888A-5B91E049FA65}" type="sibTrans" cxnId="{2E5AF630-F1A5-4468-9144-CC1C878156A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1637FB9-05ED-42E4-B18B-7BF7452AEC50}" type="node">
      <dgm:prSet/>
      <dgm:spPr bwMode="auto"/>
      <dgm:t>
        <a:bodyPr/>
        <a:lstStyle/>
        <a:p>
          <a:pPr algn="l">
            <a:defRPr/>
          </a:pPr>
          <a:r>
            <a:rPr lang="en-US" b="0"/>
            <a:t>▸  Power: a data-center GPU draws 300 W — impossible on a battery or embedded rail</a:t>
          </a:r>
          <a:endParaRPr lang="en-US"/>
        </a:p>
      </dgm:t>
    </dgm:pt>
    <dgm:pt modelId="{2C960664-D365-43DC-AC17-188C9E420B63}" type="parTrans" cxnId="{111414CF-DBF6-4E8C-9444-C28AAF04773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9DA3FEC-5D5B-4E43-8DFF-796ECD032D9D}" type="sibTrans" cxnId="{111414CF-DBF6-4E8C-9444-C28AAF04773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3C28DA9-4F81-4217-A1AA-7840AB48D50F}" type="pres">
      <dgm:prSet presAssocID="{8159E077-B4BE-439D-8298-E4D75171E8AE}" presName="Name0" presStyleCnt="0">
        <dgm:presLayoutVars>
          <dgm:chMax val="7"/>
          <dgm:dir val="norm"/>
          <dgm:animLvl val="lvl"/>
          <dgm:resizeHandles val="exact"/>
        </dgm:presLayoutVars>
      </dgm:prSet>
      <dgm:spPr bwMode="auto"/>
    </dgm:pt>
    <dgm:pt modelId="{EA9C68F8-0684-4B20-ABDF-03FB3C2E5EE8}" type="pres">
      <dgm:prSet presAssocID="{8D119B17-B005-41CC-B946-0FA830E8F085}" presName="circle1" presStyleLbl="node1" presStyleIdx="0" presStyleCnt="5"/>
      <dgm:spPr bwMode="auto"/>
    </dgm:pt>
    <dgm:pt modelId="{0AA1F91A-7958-4222-A151-78647ED46639}" type="pres">
      <dgm:prSet presAssocID="{8D119B17-B005-41CC-B946-0FA830E8F085}" presName="space" presStyleCnt="0"/>
      <dgm:spPr bwMode="auto"/>
    </dgm:pt>
    <dgm:pt modelId="{0E27C13E-2E2B-4814-9A2D-64C3FA843341}" type="pres">
      <dgm:prSet presAssocID="{8D119B17-B005-41CC-B946-0FA830E8F085}" presName="rect1" presStyleLbl="alignAcc1" presStyleIdx="0" presStyleCnt="5"/>
      <dgm:spPr bwMode="auto"/>
    </dgm:pt>
    <dgm:pt modelId="{EA631C32-27B0-41DE-9201-C126CE570833}" type="pres">
      <dgm:prSet presAssocID="{87F9C9A6-D422-4FE2-950A-B6B522FA9B26}" presName="vertSpace2" presStyleLbl="node1" presStyleIdx="0" presStyleCnt="5"/>
      <dgm:spPr bwMode="auto"/>
    </dgm:pt>
    <dgm:pt modelId="{28481EDA-33B4-4C66-8F87-F258ACA1AD1C}" type="pres">
      <dgm:prSet presAssocID="{87F9C9A6-D422-4FE2-950A-B6B522FA9B26}" presName="circle2" presStyleLbl="node1" presStyleIdx="1" presStyleCnt="5"/>
      <dgm:spPr bwMode="auto"/>
    </dgm:pt>
    <dgm:pt modelId="{86F68FFA-ED76-460D-9529-8FF84D1D6D9F}" type="pres">
      <dgm:prSet presAssocID="{87F9C9A6-D422-4FE2-950A-B6B522FA9B26}" presName="rect2" presStyleLbl="alignAcc1" presStyleIdx="1" presStyleCnt="5"/>
      <dgm:spPr bwMode="auto"/>
    </dgm:pt>
    <dgm:pt modelId="{A36AF1C1-25FD-4BA9-9B05-520595E4459F}" type="pres">
      <dgm:prSet presAssocID="{3290B639-658F-4B86-AE0A-AFDEE006BA2C}" presName="vertSpace3" presStyleLbl="node1" presStyleIdx="1" presStyleCnt="5"/>
      <dgm:spPr bwMode="auto"/>
    </dgm:pt>
    <dgm:pt modelId="{4C11E5FE-D390-4FA9-9B59-51C6F3C99EED}" type="pres">
      <dgm:prSet presAssocID="{3290B639-658F-4B86-AE0A-AFDEE006BA2C}" presName="circle3" presStyleLbl="node1" presStyleIdx="2" presStyleCnt="5"/>
      <dgm:spPr bwMode="auto"/>
    </dgm:pt>
    <dgm:pt modelId="{D175569C-66C3-4F71-890F-D6E0EC138D32}" type="pres">
      <dgm:prSet presAssocID="{3290B639-658F-4B86-AE0A-AFDEE006BA2C}" presName="rect3" presStyleLbl="alignAcc1" presStyleIdx="2" presStyleCnt="5"/>
      <dgm:spPr bwMode="auto"/>
    </dgm:pt>
    <dgm:pt modelId="{0AB33551-4DE3-4D36-90C1-144F0FB47AD4}" type="pres">
      <dgm:prSet presAssocID="{C4E3FDFC-3B3C-4BDC-91A4-16D0D9B28223}" presName="vertSpace4" presStyleLbl="node1" presStyleIdx="2" presStyleCnt="5"/>
      <dgm:spPr bwMode="auto"/>
    </dgm:pt>
    <dgm:pt modelId="{B6F472D6-7487-47F4-A7BB-2193CB3F8FF2}" type="pres">
      <dgm:prSet presAssocID="{C4E3FDFC-3B3C-4BDC-91A4-16D0D9B28223}" presName="circle4" presStyleLbl="node1" presStyleIdx="3" presStyleCnt="5"/>
      <dgm:spPr bwMode="auto"/>
    </dgm:pt>
    <dgm:pt modelId="{E9DEA0B0-69C4-4FBC-B3A1-90229172A54E}" type="pres">
      <dgm:prSet presAssocID="{C4E3FDFC-3B3C-4BDC-91A4-16D0D9B28223}" presName="rect4" presStyleLbl="alignAcc1" presStyleIdx="3" presStyleCnt="5"/>
      <dgm:spPr bwMode="auto"/>
    </dgm:pt>
    <dgm:pt modelId="{DEA5AD7B-0705-4DC8-9444-19929547A229}" type="pres">
      <dgm:prSet presAssocID="{01637FB9-05ED-42E4-B18B-7BF7452AEC50}" presName="vertSpace5" presStyleLbl="node1" presStyleIdx="3" presStyleCnt="5"/>
      <dgm:spPr bwMode="auto"/>
    </dgm:pt>
    <dgm:pt modelId="{AFE8FAE4-0657-4750-B098-659798C6028A}" type="pres">
      <dgm:prSet presAssocID="{01637FB9-05ED-42E4-B18B-7BF7452AEC50}" presName="circle5" presStyleLbl="node1" presStyleIdx="4" presStyleCnt="5"/>
      <dgm:spPr bwMode="auto"/>
    </dgm:pt>
    <dgm:pt modelId="{06E08767-7FB1-42C0-80AE-4115C2A3848D}" type="pres">
      <dgm:prSet presAssocID="{01637FB9-05ED-42E4-B18B-7BF7452AEC50}" presName="rect5" presStyleLbl="alignAcc1" presStyleIdx="4" presStyleCnt="5"/>
      <dgm:spPr bwMode="auto"/>
    </dgm:pt>
    <dgm:pt modelId="{D2E922C4-D3AE-4F61-A553-E1B1E7FB25E1}" type="pres">
      <dgm:prSet presAssocID="{8D119B17-B005-41CC-B946-0FA830E8F085}" presName="rect1ParTxNoCh" presStyleLbl="alignAcc1" presStyleIdx="4" presStyleCnt="5">
        <dgm:presLayoutVars>
          <dgm:chMax val="1"/>
          <dgm:bulletEnabled val="1"/>
        </dgm:presLayoutVars>
      </dgm:prSet>
      <dgm:spPr bwMode="auto"/>
    </dgm:pt>
    <dgm:pt modelId="{04A50A2E-33CE-48F3-95B3-9601E78BCDAA}" type="pres">
      <dgm:prSet presAssocID="{87F9C9A6-D422-4FE2-950A-B6B522FA9B26}" presName="rect2ParTxNoCh" presStyleLbl="alignAcc1" presStyleIdx="4" presStyleCnt="5">
        <dgm:presLayoutVars>
          <dgm:chMax val="1"/>
          <dgm:bulletEnabled val="1"/>
        </dgm:presLayoutVars>
      </dgm:prSet>
      <dgm:spPr bwMode="auto"/>
    </dgm:pt>
    <dgm:pt modelId="{A195B996-7094-497D-A87B-CC4427B9E3B2}" type="pres">
      <dgm:prSet presAssocID="{3290B639-658F-4B86-AE0A-AFDEE006BA2C}" presName="rect3ParTxNoCh" presStyleLbl="alignAcc1" presStyleIdx="4" presStyleCnt="5">
        <dgm:presLayoutVars>
          <dgm:chMax val="1"/>
          <dgm:bulletEnabled val="1"/>
        </dgm:presLayoutVars>
      </dgm:prSet>
      <dgm:spPr bwMode="auto"/>
    </dgm:pt>
    <dgm:pt modelId="{0C8587A4-168C-419B-A389-8DC9C08F8A2E}" type="pres">
      <dgm:prSet presAssocID="{C4E3FDFC-3B3C-4BDC-91A4-16D0D9B28223}" presName="rect4ParTxNoCh" presStyleLbl="alignAcc1" presStyleIdx="4" presStyleCnt="5">
        <dgm:presLayoutVars>
          <dgm:chMax val="1"/>
          <dgm:bulletEnabled val="1"/>
        </dgm:presLayoutVars>
      </dgm:prSet>
      <dgm:spPr bwMode="auto"/>
    </dgm:pt>
    <dgm:pt modelId="{88F9163D-9228-47A5-8290-961204BF8369}" type="pres">
      <dgm:prSet presAssocID="{01637FB9-05ED-42E4-B18B-7BF7452AEC50}" presName="rect5ParTxNoCh" presStyleLbl="alignAcc1" presStyleIdx="4" presStyleCnt="5">
        <dgm:presLayoutVars>
          <dgm:chMax val="1"/>
          <dgm:bulletEnabled val="1"/>
        </dgm:presLayoutVars>
      </dgm:prSet>
      <dgm:spPr bwMode="auto"/>
    </dgm:pt>
  </dgm:ptLst>
  <dgm:cxnLst>
    <dgm:cxn modelId="{052B7407-E264-4BFB-980A-3971F583D1B6}" type="presOf" srcId="{3290B639-658F-4B86-AE0A-AFDEE006BA2C}" destId="{A195B996-7094-497D-A87B-CC4427B9E3B2}" srcOrd="1" destOrd="0" presId="urn:microsoft.com/office/officeart/2005/8/layout/target3"/>
    <dgm:cxn modelId="{F56D5E21-B833-4139-A60D-277D98397634}" type="presOf" srcId="{01637FB9-05ED-42E4-B18B-7BF7452AEC50}" destId="{88F9163D-9228-47A5-8290-961204BF8369}" srcOrd="1" destOrd="0" presId="urn:microsoft.com/office/officeart/2005/8/layout/target3"/>
    <dgm:cxn modelId="{2E5AF630-F1A5-4468-9144-CC1C878156A6}" type="parOf" srcId="{8159E077-B4BE-439D-8298-E4D75171E8AE}" destId="{C4E3FDFC-3B3C-4BDC-91A4-16D0D9B28223}" srcOrd="3" destOrd="0" parTransId="{437D4025-CC55-4AF1-A571-3121213D4E86}" sibTransId="{E9D02E17-BCD4-4298-888A-5B91E049FA65}"/>
    <dgm:cxn modelId="{0069B866-5BCE-42A4-89A1-65AB6E12AC3B}" type="parOf" srcId="{8159E077-B4BE-439D-8298-E4D75171E8AE}" destId="{3290B639-658F-4B86-AE0A-AFDEE006BA2C}" srcOrd="2" destOrd="0" parTransId="{E667046E-6350-4B74-AE1B-FAFBBB1E621C}" sibTransId="{56F2003F-4026-4AA7-9417-5A163DB84BD7}"/>
    <dgm:cxn modelId="{9B394B47-D922-4084-A2AE-EC29D39D8ADC}" type="presOf" srcId="{3290B639-658F-4B86-AE0A-AFDEE006BA2C}" destId="{D175569C-66C3-4F71-890F-D6E0EC138D32}" srcOrd="0" destOrd="0" presId="urn:microsoft.com/office/officeart/2005/8/layout/target3"/>
    <dgm:cxn modelId="{A4CC9053-13FE-461E-8E94-A4EC470A2ED2}" type="presOf" srcId="{8D119B17-B005-41CC-B946-0FA830E8F085}" destId="{0E27C13E-2E2B-4814-9A2D-64C3FA843341}" srcOrd="0" destOrd="0" presId="urn:microsoft.com/office/officeart/2005/8/layout/target3"/>
    <dgm:cxn modelId="{8BF71675-367C-4DCB-ADC3-C4EDBD18E7FB}" type="parOf" srcId="{8159E077-B4BE-439D-8298-E4D75171E8AE}" destId="{8D119B17-B005-41CC-B946-0FA830E8F085}" srcOrd="0" destOrd="0" parTransId="{F08295BB-7BF9-4689-8613-9A465DA11C45}" sibTransId="{C591AF8D-1146-4C28-8B35-DE597148298F}"/>
    <dgm:cxn modelId="{E2175878-5BA7-4144-B324-B54DFA35322D}" type="presOf" srcId="{8D119B17-B005-41CC-B946-0FA830E8F085}" destId="{D2E922C4-D3AE-4F61-A553-E1B1E7FB25E1}" srcOrd="1" destOrd="0" presId="urn:microsoft.com/office/officeart/2005/8/layout/target3"/>
    <dgm:cxn modelId="{7215F48A-EDD2-4F8F-803D-B97261EB5B99}" type="presOf" srcId="{87F9C9A6-D422-4FE2-950A-B6B522FA9B26}" destId="{04A50A2E-33CE-48F3-95B3-9601E78BCDAA}" srcOrd="1" destOrd="0" presId="urn:microsoft.com/office/officeart/2005/8/layout/target3"/>
    <dgm:cxn modelId="{84ED84A3-3AF0-446B-BAAE-EAA76884740F}" type="presOf" srcId="{C4E3FDFC-3B3C-4BDC-91A4-16D0D9B28223}" destId="{0C8587A4-168C-419B-A389-8DC9C08F8A2E}" srcOrd="1" destOrd="0" presId="urn:microsoft.com/office/officeart/2005/8/layout/target3"/>
    <dgm:cxn modelId="{30627BA7-40E4-4678-9E6D-315559A49A5D}" type="presOf" srcId="{8159E077-B4BE-439D-8298-E4D75171E8AE}" destId="{33C28DA9-4F81-4217-A1AA-7840AB48D50F}" srcOrd="0" destOrd="0" presId="urn:microsoft.com/office/officeart/2005/8/layout/target3"/>
    <dgm:cxn modelId="{FBD439C0-BAD3-476C-940B-4EFF4B007EF9}" type="presOf" srcId="{87F9C9A6-D422-4FE2-950A-B6B522FA9B26}" destId="{86F68FFA-ED76-460D-9529-8FF84D1D6D9F}" srcOrd="0" destOrd="0" presId="urn:microsoft.com/office/officeart/2005/8/layout/target3"/>
    <dgm:cxn modelId="{111414CF-DBF6-4E8C-9444-C28AAF04773A}" type="parOf" srcId="{8159E077-B4BE-439D-8298-E4D75171E8AE}" destId="{01637FB9-05ED-42E4-B18B-7BF7452AEC50}" srcOrd="4" destOrd="0" parTransId="{2C960664-D365-43DC-AC17-188C9E420B63}" sibTransId="{09DA3FEC-5D5B-4E43-8DFF-796ECD032D9D}"/>
    <dgm:cxn modelId="{1A2B49CF-78EB-46D2-A2E3-EDBAA45C06F4}" type="presOf" srcId="{C4E3FDFC-3B3C-4BDC-91A4-16D0D9B28223}" destId="{E9DEA0B0-69C4-4FBC-B3A1-90229172A54E}" srcOrd="0" destOrd="0" presId="urn:microsoft.com/office/officeart/2005/8/layout/target3"/>
    <dgm:cxn modelId="{3F9F21DC-B6DC-494B-A227-3E3DF269AD41}" type="presOf" srcId="{01637FB9-05ED-42E4-B18B-7BF7452AEC50}" destId="{06E08767-7FB1-42C0-80AE-4115C2A3848D}" srcOrd="0" destOrd="0" presId="urn:microsoft.com/office/officeart/2005/8/layout/target3"/>
    <dgm:cxn modelId="{DF51A4F0-A412-4FDF-B794-1D396D228E9D}" type="parOf" srcId="{8159E077-B4BE-439D-8298-E4D75171E8AE}" destId="{87F9C9A6-D422-4FE2-950A-B6B522FA9B26}" srcOrd="1" destOrd="0" parTransId="{168B1E50-3545-476F-ADBA-D0B8FF14E2CE}" sibTransId="{0704049A-DE2E-4BC1-A551-6A9F6E753257}"/>
    <dgm:cxn modelId="{0DF9991F-6C52-44CF-B2EA-DC262068341A}" type="presParOf" srcId="{33C28DA9-4F81-4217-A1AA-7840AB48D50F}" destId="{EA9C68F8-0684-4B20-ABDF-03FB3C2E5EE8}" srcOrd="0" destOrd="0" presId="urn:microsoft.com/office/officeart/2005/8/layout/target3"/>
    <dgm:cxn modelId="{A9A84B2D-160F-4A73-AD56-62BA8515B1B1}" type="presParOf" srcId="{33C28DA9-4F81-4217-A1AA-7840AB48D50F}" destId="{0AA1F91A-7958-4222-A151-78647ED46639}" srcOrd="1" destOrd="0" presId="urn:microsoft.com/office/officeart/2005/8/layout/target3"/>
    <dgm:cxn modelId="{3B076133-EA67-4BB0-9FAC-C662D2765532}" type="presParOf" srcId="{33C28DA9-4F81-4217-A1AA-7840AB48D50F}" destId="{0E27C13E-2E2B-4814-9A2D-64C3FA843341}" srcOrd="2" destOrd="0" presId="urn:microsoft.com/office/officeart/2005/8/layout/target3"/>
    <dgm:cxn modelId="{D1C04F3D-0F30-4F54-8B3D-02609BD0F75B}" type="presParOf" srcId="{33C28DA9-4F81-4217-A1AA-7840AB48D50F}" destId="{EA631C32-27B0-41DE-9201-C126CE570833}" srcOrd="3" destOrd="0" presId="urn:microsoft.com/office/officeart/2005/8/layout/target3"/>
    <dgm:cxn modelId="{4892AE1F-A881-4EFC-AAFE-7DEFCD6F5640}" type="presParOf" srcId="{33C28DA9-4F81-4217-A1AA-7840AB48D50F}" destId="{28481EDA-33B4-4C66-8F87-F258ACA1AD1C}" srcOrd="4" destOrd="0" presId="urn:microsoft.com/office/officeart/2005/8/layout/target3"/>
    <dgm:cxn modelId="{724EC6E9-0843-4DBF-A63B-DD469DC93975}" type="presParOf" srcId="{33C28DA9-4F81-4217-A1AA-7840AB48D50F}" destId="{86F68FFA-ED76-460D-9529-8FF84D1D6D9F}" srcOrd="5" destOrd="0" presId="urn:microsoft.com/office/officeart/2005/8/layout/target3"/>
    <dgm:cxn modelId="{494B555E-59FB-4D16-8A5C-F119ABC80206}" type="presParOf" srcId="{33C28DA9-4F81-4217-A1AA-7840AB48D50F}" destId="{A36AF1C1-25FD-4BA9-9B05-520595E4459F}" srcOrd="6" destOrd="0" presId="urn:microsoft.com/office/officeart/2005/8/layout/target3"/>
    <dgm:cxn modelId="{C2EE8001-63FF-444B-9D75-5E468A7E073C}" type="presParOf" srcId="{33C28DA9-4F81-4217-A1AA-7840AB48D50F}" destId="{4C11E5FE-D390-4FA9-9B59-51C6F3C99EED}" srcOrd="7" destOrd="0" presId="urn:microsoft.com/office/officeart/2005/8/layout/target3"/>
    <dgm:cxn modelId="{2955DB44-C7C4-4DD2-B099-C06AAF275DFF}" type="presParOf" srcId="{33C28DA9-4F81-4217-A1AA-7840AB48D50F}" destId="{D175569C-66C3-4F71-890F-D6E0EC138D32}" srcOrd="8" destOrd="0" presId="urn:microsoft.com/office/officeart/2005/8/layout/target3"/>
    <dgm:cxn modelId="{1D8482B6-7031-4C2A-8D88-24DFE4FBEEFF}" type="presParOf" srcId="{33C28DA9-4F81-4217-A1AA-7840AB48D50F}" destId="{0AB33551-4DE3-4D36-90C1-144F0FB47AD4}" srcOrd="9" destOrd="0" presId="urn:microsoft.com/office/officeart/2005/8/layout/target3"/>
    <dgm:cxn modelId="{0A072669-218D-418D-9718-651C363EB7C1}" type="presParOf" srcId="{33C28DA9-4F81-4217-A1AA-7840AB48D50F}" destId="{B6F472D6-7487-47F4-A7BB-2193CB3F8FF2}" srcOrd="10" destOrd="0" presId="urn:microsoft.com/office/officeart/2005/8/layout/target3"/>
    <dgm:cxn modelId="{CA287BEF-5FC7-49B2-849D-F5F44BDA2995}" type="presParOf" srcId="{33C28DA9-4F81-4217-A1AA-7840AB48D50F}" destId="{E9DEA0B0-69C4-4FBC-B3A1-90229172A54E}" srcOrd="11" destOrd="0" presId="urn:microsoft.com/office/officeart/2005/8/layout/target3"/>
    <dgm:cxn modelId="{D8677930-BFE9-438D-A838-5535B6314A9B}" type="presParOf" srcId="{33C28DA9-4F81-4217-A1AA-7840AB48D50F}" destId="{DEA5AD7B-0705-4DC8-9444-19929547A229}" srcOrd="12" destOrd="0" presId="urn:microsoft.com/office/officeart/2005/8/layout/target3"/>
    <dgm:cxn modelId="{61C94456-F813-4896-937F-BA578C7A72FC}" type="presParOf" srcId="{33C28DA9-4F81-4217-A1AA-7840AB48D50F}" destId="{AFE8FAE4-0657-4750-B098-659798C6028A}" srcOrd="13" destOrd="0" presId="urn:microsoft.com/office/officeart/2005/8/layout/target3"/>
    <dgm:cxn modelId="{31D9D9E1-0FBF-4D3A-A9F3-DD83FA2C3C55}" type="presParOf" srcId="{33C28DA9-4F81-4217-A1AA-7840AB48D50F}" destId="{06E08767-7FB1-42C0-80AE-4115C2A3848D}" srcOrd="14" destOrd="0" presId="urn:microsoft.com/office/officeart/2005/8/layout/target3"/>
    <dgm:cxn modelId="{E01D9582-56E2-4DA2-975F-10918329D211}" type="presParOf" srcId="{33C28DA9-4F81-4217-A1AA-7840AB48D50F}" destId="{D2E922C4-D3AE-4F61-A553-E1B1E7FB25E1}" srcOrd="15" destOrd="0" presId="urn:microsoft.com/office/officeart/2005/8/layout/target3"/>
    <dgm:cxn modelId="{0A901FFB-1999-4941-88C8-7619898C8E8F}" type="presParOf" srcId="{33C28DA9-4F81-4217-A1AA-7840AB48D50F}" destId="{04A50A2E-33CE-48F3-95B3-9601E78BCDAA}" srcOrd="16" destOrd="0" presId="urn:microsoft.com/office/officeart/2005/8/layout/target3"/>
    <dgm:cxn modelId="{BB19CC18-675B-4DB5-9A92-2B85307CB3A7}" type="presParOf" srcId="{33C28DA9-4F81-4217-A1AA-7840AB48D50F}" destId="{A195B996-7094-497D-A87B-CC4427B9E3B2}" srcOrd="17" destOrd="0" presId="urn:microsoft.com/office/officeart/2005/8/layout/target3"/>
    <dgm:cxn modelId="{4148A7D0-1201-4C35-8383-003B4F637DD4}" type="presParOf" srcId="{33C28DA9-4F81-4217-A1AA-7840AB48D50F}" destId="{0C8587A4-168C-419B-A389-8DC9C08F8A2E}" srcOrd="18" destOrd="0" presId="urn:microsoft.com/office/officeart/2005/8/layout/target3"/>
    <dgm:cxn modelId="{BE7E50A1-B855-46F9-9396-9B011BE4DD8D}" type="presParOf" srcId="{33C28DA9-4F81-4217-A1AA-7840AB48D50F}" destId="{88F9163D-9228-47A5-8290-961204BF8369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F0A71429-882C-46FC-9A5C-A0E16747E27C}" type="doc">
      <dgm:prSet loTypeId="urn:microsoft.com/office/officeart/2005/8/layout/matrix3" loCatId="matrix" qsTypeId="urn:microsoft.com/office/officeart/2005/8/quickstyle/simple1" qsCatId="simple" csTypeId="urn:microsoft.com/office/officeart/2005/8/colors/colorful3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8E9EFE0D-2308-416C-9AAF-2DDAC577A922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Real-time image classification at the edge requires &lt; 50 ms latency</a:t>
          </a:r>
          <a:endParaRPr lang="en-US"/>
        </a:p>
      </dgm:t>
    </dgm:pt>
    <dgm:pt modelId="{6D5E23F2-3176-406C-93C6-C3A40CB3747A}" type="parTrans" cxnId="{16472870-C35A-4566-B3A6-08668A68F31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6D8995C-E154-4D5A-99B6-E4DD8119ADAD}" type="sibTrans" cxnId="{16472870-C35A-4566-B3A6-08668A68F31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45610B8-8CDA-4CD4-AC34-1FDF522CE352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ARM Cortex-A53 software inference: hundreds of milliseconds per frame</a:t>
          </a:r>
          <a:endParaRPr lang="en-US"/>
        </a:p>
      </dgm:t>
    </dgm:pt>
    <dgm:pt modelId="{193FC755-CBD1-4C6D-B043-0FE006A03B2E}" type="parTrans" cxnId="{93CDD2B8-F18F-4779-BF96-EF37DB67533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61F9968-83E9-4D95-9F15-6550F4825426}" type="sibTrans" cxnId="{93CDD2B8-F18F-4779-BF96-EF37DB67533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A39D412-AE56-40EB-9D24-3DBAB670B5EB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GPU/cloud solutions: too power-hungry and unavailable at the edge</a:t>
          </a:r>
          <a:endParaRPr lang="en-US"/>
        </a:p>
      </dgm:t>
    </dgm:pt>
    <dgm:pt modelId="{A4EE3289-00C5-4BCC-A3B5-BACD64538E45}" type="parTrans" cxnId="{F2D1DE55-333A-48BB-ADA8-FAE37C3982F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8C7498C-1CB7-491D-897F-BB878AABB6E1}" type="sibTrans" cxnId="{F2D1DE55-333A-48BB-ADA8-FAE37C3982F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C0FE8C3-BFD4-4339-A3C6-A268F24BA4C3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HLS-generated accelerators: high resource overhead, suboptimal efficiency</a:t>
          </a:r>
          <a:endParaRPr lang="en-US"/>
        </a:p>
      </dgm:t>
    </dgm:pt>
    <dgm:pt modelId="{D8C18E9F-3504-48C4-9170-3834730506C1}" type="parTrans" cxnId="{BCE3430E-7C06-4325-875A-C239B8E8D57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2F4C900-60D6-4B4B-907D-B7CA3CE1C492}" type="sibTrans" cxnId="{BCE3430E-7C06-4325-875A-C239B8E8D57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5A8BAE2-8BD6-4122-8D97-8E733F81CB6C}" type="pres">
      <dgm:prSet presAssocID="{F0A71429-882C-46FC-9A5C-A0E16747E27C}" presName="matrix" presStyleCnt="0">
        <dgm:presLayoutVars>
          <dgm:chMax val="1"/>
          <dgm:dir val="norm"/>
          <dgm:resizeHandles val="exact"/>
        </dgm:presLayoutVars>
      </dgm:prSet>
      <dgm:spPr bwMode="auto"/>
    </dgm:pt>
    <dgm:pt modelId="{2A1D1F2B-DF19-4145-B3F0-9F5284A0C856}" type="pres">
      <dgm:prSet presAssocID="{F0A71429-882C-46FC-9A5C-A0E16747E27C}" presName="diamond" presStyleLbl="bgShp" presStyleIdx="0" presStyleCnt="1"/>
      <dgm:spPr bwMode="auto"/>
    </dgm:pt>
    <dgm:pt modelId="{94B3AF23-AABF-45E5-81A4-393D87CCEEFB}" type="pres">
      <dgm:prSet presAssocID="{F0A71429-882C-46FC-9A5C-A0E16747E27C}" presName="quad1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21C2515C-DB6E-493E-9A40-EF8211B25EAA}" type="pres">
      <dgm:prSet presAssocID="{F0A71429-882C-46FC-9A5C-A0E16747E27C}" presName="quad2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0C5BD9D9-8443-432C-862B-03BF98F63901}" type="pres">
      <dgm:prSet presAssocID="{F0A71429-882C-46FC-9A5C-A0E16747E27C}" presName="quad3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222019F4-52DD-47A9-8247-77D4771FB5C2}" type="pres">
      <dgm:prSet presAssocID="{F0A71429-882C-46FC-9A5C-A0E16747E27C}" presName="quad4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</dgm:ptLst>
  <dgm:cxnLst>
    <dgm:cxn modelId="{BCE3430E-7C06-4325-875A-C239B8E8D57B}" type="parOf" srcId="{F0A71429-882C-46FC-9A5C-A0E16747E27C}" destId="{EC0FE8C3-BFD4-4339-A3C6-A268F24BA4C3}" srcOrd="3" destOrd="0" parTransId="{D8C18E9F-3504-48C4-9170-3834730506C1}" sibTransId="{E2F4C900-60D6-4B4B-907D-B7CA3CE1C492}"/>
    <dgm:cxn modelId="{FCEA5216-8C50-46A9-B5DD-49327D49100D}" type="presOf" srcId="{F0A71429-882C-46FC-9A5C-A0E16747E27C}" destId="{E5A8BAE2-8BD6-4122-8D97-8E733F81CB6C}" srcOrd="0" destOrd="0" presId="urn:microsoft.com/office/officeart/2005/8/layout/matrix3"/>
    <dgm:cxn modelId="{16472870-C35A-4566-B3A6-08668A68F31A}" type="parOf" srcId="{F0A71429-882C-46FC-9A5C-A0E16747E27C}" destId="{8E9EFE0D-2308-416C-9AAF-2DDAC577A922}" srcOrd="0" destOrd="0" parTransId="{6D5E23F2-3176-406C-93C6-C3A40CB3747A}" sibTransId="{46D8995C-E154-4D5A-99B6-E4DD8119ADAD}"/>
    <dgm:cxn modelId="{F2D1DE55-333A-48BB-ADA8-FAE37C3982F9}" type="parOf" srcId="{F0A71429-882C-46FC-9A5C-A0E16747E27C}" destId="{2A39D412-AE56-40EB-9D24-3DBAB670B5EB}" srcOrd="2" destOrd="0" parTransId="{A4EE3289-00C5-4BCC-A3B5-BACD64538E45}" sibTransId="{58C7498C-1CB7-491D-897F-BB878AABB6E1}"/>
    <dgm:cxn modelId="{2177AE9F-851A-4E44-A134-99DDE0A92A8B}" type="presOf" srcId="{2A39D412-AE56-40EB-9D24-3DBAB670B5EB}" destId="{0C5BD9D9-8443-432C-862B-03BF98F63901}" srcOrd="0" destOrd="0" presId="urn:microsoft.com/office/officeart/2005/8/layout/matrix3"/>
    <dgm:cxn modelId="{93CDD2B8-F18F-4779-BF96-EF37DB675335}" type="parOf" srcId="{F0A71429-882C-46FC-9A5C-A0E16747E27C}" destId="{C45610B8-8CDA-4CD4-AC34-1FDF522CE352}" srcOrd="1" destOrd="0" parTransId="{193FC755-CBD1-4C6D-B043-0FE006A03B2E}" sibTransId="{561F9968-83E9-4D95-9F15-6550F4825426}"/>
    <dgm:cxn modelId="{428A69C6-2F52-4BFF-9549-73CE98043DB2}" type="presOf" srcId="{EC0FE8C3-BFD4-4339-A3C6-A268F24BA4C3}" destId="{222019F4-52DD-47A9-8247-77D4771FB5C2}" srcOrd="0" destOrd="0" presId="urn:microsoft.com/office/officeart/2005/8/layout/matrix3"/>
    <dgm:cxn modelId="{23F182FA-7A1F-49A2-8F51-763423F09598}" type="presOf" srcId="{C45610B8-8CDA-4CD4-AC34-1FDF522CE352}" destId="{21C2515C-DB6E-493E-9A40-EF8211B25EAA}" srcOrd="0" destOrd="0" presId="urn:microsoft.com/office/officeart/2005/8/layout/matrix3"/>
    <dgm:cxn modelId="{D0C143FC-0B85-4258-9A7B-B6623FE95205}" type="presOf" srcId="{8E9EFE0D-2308-416C-9AAF-2DDAC577A922}" destId="{94B3AF23-AABF-45E5-81A4-393D87CCEEFB}" srcOrd="0" destOrd="0" presId="urn:microsoft.com/office/officeart/2005/8/layout/matrix3"/>
    <dgm:cxn modelId="{2D997EFF-9195-46C2-BF17-B902057707D7}" type="presParOf" srcId="{E5A8BAE2-8BD6-4122-8D97-8E733F81CB6C}" destId="{2A1D1F2B-DF19-4145-B3F0-9F5284A0C856}" srcOrd="0" destOrd="0" presId="urn:microsoft.com/office/officeart/2005/8/layout/matrix3"/>
    <dgm:cxn modelId="{B41881EE-8B64-4695-AAC3-38E15687A265}" type="presParOf" srcId="{E5A8BAE2-8BD6-4122-8D97-8E733F81CB6C}" destId="{94B3AF23-AABF-45E5-81A4-393D87CCEEFB}" srcOrd="1" destOrd="0" presId="urn:microsoft.com/office/officeart/2005/8/layout/matrix3"/>
    <dgm:cxn modelId="{ACD2895B-C508-4A86-BFCA-55911E39D7D7}" type="presParOf" srcId="{E5A8BAE2-8BD6-4122-8D97-8E733F81CB6C}" destId="{21C2515C-DB6E-493E-9A40-EF8211B25EAA}" srcOrd="2" destOrd="0" presId="urn:microsoft.com/office/officeart/2005/8/layout/matrix3"/>
    <dgm:cxn modelId="{B2A1B9B0-6F47-4F41-B1C1-6BCC4A56AADC}" type="presParOf" srcId="{E5A8BAE2-8BD6-4122-8D97-8E733F81CB6C}" destId="{0C5BD9D9-8443-432C-862B-03BF98F63901}" srcOrd="3" destOrd="0" presId="urn:microsoft.com/office/officeart/2005/8/layout/matrix3"/>
    <dgm:cxn modelId="{6951774E-2D2C-4F9E-9623-F04DD118ABEA}" type="presParOf" srcId="{E5A8BAE2-8BD6-4122-8D97-8E733F81CB6C}" destId="{222019F4-52DD-47A9-8247-77D4771FB5C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A7EE3D9-7030-4DC7-A214-46A215D0D235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F09F9250-9650-4CE6-8D5A-B5FEF7E7B973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Hand-crafted RTL Verilog for ShuffleNet V2 × 1.0</a:t>
          </a:r>
          <a:endParaRPr lang="en-US"/>
        </a:p>
      </dgm:t>
    </dgm:pt>
    <dgm:pt modelId="{520BFD53-C457-41BC-A06A-BF094BC798DF}" type="parTrans" cxnId="{85BA3A4C-15E1-4A64-94F4-A02B50A991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DB8443C-5090-435D-B925-3E01D7A2C7F6}" type="sibTrans" cxnId="{85BA3A4C-15E1-4A64-94F4-A02B50A991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AD08345-D0DC-41AC-AC3B-561C7E624B67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Q6.8 fixed-point datapath with per-layer width optimization</a:t>
          </a:r>
          <a:endParaRPr lang="en-US"/>
        </a:p>
      </dgm:t>
    </dgm:pt>
    <dgm:pt modelId="{84F223C1-915E-4873-BABE-10AFDA1F6EC7}" type="parTrans" cxnId="{11D693A6-EE06-4868-AC67-3BCDFAF67A1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B29A386-CA13-429B-9680-5DE4A9D70B7B}" type="sibTrans" cxnId="{11D693A6-EE06-4868-AC67-3BCDFAF67A1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6BAB68F-5534-4074-90FA-A858C324FC7E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All weights stored on-chip (no DDR access during inference)</a:t>
          </a:r>
          <a:endParaRPr lang="en-US"/>
        </a:p>
      </dgm:t>
    </dgm:pt>
    <dgm:pt modelId="{D14AF134-554F-45E8-905B-2E293F1BB72E}" type="parTrans" cxnId="{C935F0EB-44D4-44BF-908F-38B712ACFA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72AFFBA-AE5C-4BA0-B993-EC0F8C047666}" type="sibTrans" cxnId="{C935F0EB-44D4-44BF-908F-38B712ACFAE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6DBD488-947A-48E5-BD46-02FDB94E5104}" type="node">
      <dgm:prSet/>
      <dgm:spPr bwMode="auto"/>
      <dgm:t>
        <a:bodyPr/>
        <a:lstStyle/>
        <a:p>
          <a:pPr>
            <a:defRPr/>
          </a:pPr>
          <a:r>
            <a:rPr lang="fr-FR" b="0" i="0"/>
            <a:t>▸  HLS models for quantitative RTL vs. HLS comparison</a:t>
          </a:r>
          <a:endParaRPr lang="en-US"/>
        </a:p>
      </dgm:t>
    </dgm:pt>
    <dgm:pt modelId="{A0BD701D-B5B7-4787-8AE9-E17EE03E5818}" type="parTrans" cxnId="{C766F119-0762-4973-8B93-95400B31A8C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E7D1ADB-C61E-4AF4-8A56-648E8BE1064B}" type="sibTrans" cxnId="{C766F119-0762-4973-8B93-95400B31A8C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8E68B3D-9E39-4A83-8358-54CB1D10EE92}" type="pres">
      <dgm:prSet presAssocID="{BA7EE3D9-7030-4DC7-A214-46A215D0D235}" presName="diagram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27332FCE-9C4A-47AC-999F-AB9646DE1862}" type="pres">
      <dgm:prSet presAssocID="{F09F9250-9650-4CE6-8D5A-B5FEF7E7B973}" presName="root" presStyleCnt="0"/>
      <dgm:spPr bwMode="auto"/>
    </dgm:pt>
    <dgm:pt modelId="{D0AB9562-9A51-4A48-A309-9A343EC238FB}" type="pres">
      <dgm:prSet presAssocID="{F09F9250-9650-4CE6-8D5A-B5FEF7E7B973}" presName="rootComposite" presStyleCnt="0"/>
      <dgm:spPr bwMode="auto"/>
    </dgm:pt>
    <dgm:pt modelId="{6E748801-E452-46D6-9C15-C19E82914F71}" type="pres">
      <dgm:prSet presAssocID="{F09F9250-9650-4CE6-8D5A-B5FEF7E7B973}" presName="rootText" presStyleLbl="node1" presStyleIdx="0" presStyleCnt="4"/>
      <dgm:spPr bwMode="auto"/>
    </dgm:pt>
    <dgm:pt modelId="{6E6504DE-6417-4B69-85F5-044DD20C09FE}" type="pres">
      <dgm:prSet presAssocID="{F09F9250-9650-4CE6-8D5A-B5FEF7E7B973}" presName="rootConnector" presStyleLbl="node1" presStyleIdx="0" presStyleCnt="4"/>
      <dgm:spPr bwMode="auto"/>
    </dgm:pt>
    <dgm:pt modelId="{C8F613E4-DC8F-479E-97F8-E5EBDDD799EA}" type="pres">
      <dgm:prSet presAssocID="{F09F9250-9650-4CE6-8D5A-B5FEF7E7B973}" presName="childShape" presStyleCnt="0"/>
      <dgm:spPr bwMode="auto"/>
    </dgm:pt>
    <dgm:pt modelId="{C6967BBF-902F-4762-82D3-4340075C08C2}" type="pres">
      <dgm:prSet presAssocID="{2AD08345-D0DC-41AC-AC3B-561C7E624B67}" presName="root" presStyleCnt="0"/>
      <dgm:spPr bwMode="auto"/>
    </dgm:pt>
    <dgm:pt modelId="{E7169D89-90FC-42E2-B565-ECFC6794B216}" type="pres">
      <dgm:prSet presAssocID="{2AD08345-D0DC-41AC-AC3B-561C7E624B67}" presName="rootComposite" presStyleCnt="0"/>
      <dgm:spPr bwMode="auto"/>
    </dgm:pt>
    <dgm:pt modelId="{F01D7510-4932-4FE4-83A6-3403E4DAB991}" type="pres">
      <dgm:prSet presAssocID="{2AD08345-D0DC-41AC-AC3B-561C7E624B67}" presName="rootText" presStyleLbl="node1" presStyleIdx="1" presStyleCnt="4"/>
      <dgm:spPr bwMode="auto"/>
    </dgm:pt>
    <dgm:pt modelId="{920FE90E-F55A-4636-A180-E007E174AD50}" type="pres">
      <dgm:prSet presAssocID="{2AD08345-D0DC-41AC-AC3B-561C7E624B67}" presName="rootConnector" presStyleLbl="node1" presStyleIdx="1" presStyleCnt="4"/>
      <dgm:spPr bwMode="auto"/>
    </dgm:pt>
    <dgm:pt modelId="{7048A49F-4267-420A-AA8C-11D906B32F83}" type="pres">
      <dgm:prSet presAssocID="{2AD08345-D0DC-41AC-AC3B-561C7E624B67}" presName="childShape" presStyleCnt="0"/>
      <dgm:spPr bwMode="auto"/>
    </dgm:pt>
    <dgm:pt modelId="{6EB9A7CB-DF67-47D5-8587-D26ACE3D2DFA}" type="pres">
      <dgm:prSet presAssocID="{46BAB68F-5534-4074-90FA-A858C324FC7E}" presName="root" presStyleCnt="0"/>
      <dgm:spPr bwMode="auto"/>
    </dgm:pt>
    <dgm:pt modelId="{E0EDA1EF-4DA5-4FAF-B887-32400204C06E}" type="pres">
      <dgm:prSet presAssocID="{46BAB68F-5534-4074-90FA-A858C324FC7E}" presName="rootComposite" presStyleCnt="0"/>
      <dgm:spPr bwMode="auto"/>
    </dgm:pt>
    <dgm:pt modelId="{A2A9F26B-20B1-438A-B40B-E8119876F595}" type="pres">
      <dgm:prSet presAssocID="{46BAB68F-5534-4074-90FA-A858C324FC7E}" presName="rootText" presStyleLbl="node1" presStyleIdx="2" presStyleCnt="4"/>
      <dgm:spPr bwMode="auto"/>
    </dgm:pt>
    <dgm:pt modelId="{AE94AA3A-2358-414B-A071-A4D1411B7790}" type="pres">
      <dgm:prSet presAssocID="{46BAB68F-5534-4074-90FA-A858C324FC7E}" presName="rootConnector" presStyleLbl="node1" presStyleIdx="2" presStyleCnt="4"/>
      <dgm:spPr bwMode="auto"/>
    </dgm:pt>
    <dgm:pt modelId="{98FC089B-113C-4066-9153-06BEF42B257F}" type="pres">
      <dgm:prSet presAssocID="{46BAB68F-5534-4074-90FA-A858C324FC7E}" presName="childShape" presStyleCnt="0"/>
      <dgm:spPr bwMode="auto"/>
    </dgm:pt>
    <dgm:pt modelId="{AB040E1C-034A-4C1D-AAED-59BB1F058B01}" type="pres">
      <dgm:prSet presAssocID="{F6DBD488-947A-48E5-BD46-02FDB94E5104}" presName="root" presStyleCnt="0"/>
      <dgm:spPr bwMode="auto"/>
    </dgm:pt>
    <dgm:pt modelId="{B87480FF-125B-4F55-B7A2-E40A2170873F}" type="pres">
      <dgm:prSet presAssocID="{F6DBD488-947A-48E5-BD46-02FDB94E5104}" presName="rootComposite" presStyleCnt="0"/>
      <dgm:spPr bwMode="auto"/>
    </dgm:pt>
    <dgm:pt modelId="{D6B6E83A-9B7B-4B8C-A845-DB9934C5D003}" type="pres">
      <dgm:prSet presAssocID="{F6DBD488-947A-48E5-BD46-02FDB94E5104}" presName="rootText" presStyleLbl="node1" presStyleIdx="3" presStyleCnt="4"/>
      <dgm:spPr bwMode="auto"/>
    </dgm:pt>
    <dgm:pt modelId="{50F9B89E-BE75-4F88-84F0-180FAD4602C2}" type="pres">
      <dgm:prSet presAssocID="{F6DBD488-947A-48E5-BD46-02FDB94E5104}" presName="rootConnector" presStyleLbl="node1" presStyleIdx="3" presStyleCnt="4"/>
      <dgm:spPr bwMode="auto"/>
    </dgm:pt>
    <dgm:pt modelId="{608F9A8A-D86A-4BD1-B146-B97186ABE291}" type="pres">
      <dgm:prSet presAssocID="{F6DBD488-947A-48E5-BD46-02FDB94E5104}" presName="childShape" presStyleCnt="0"/>
      <dgm:spPr bwMode="auto"/>
    </dgm:pt>
  </dgm:ptLst>
  <dgm:cxnLst>
    <dgm:cxn modelId="{C766F119-0762-4973-8B93-95400B31A8CA}" type="parOf" srcId="{BA7EE3D9-7030-4DC7-A214-46A215D0D235}" destId="{F6DBD488-947A-48E5-BD46-02FDB94E5104}" srcOrd="3" destOrd="0" parTransId="{A0BD701D-B5B7-4787-8AE9-E17EE03E5818}" sibTransId="{DE7D1ADB-C61E-4AF4-8A56-648E8BE1064B}"/>
    <dgm:cxn modelId="{60257A5C-6EE2-4C0C-BCDA-9E0444FFD267}" type="presOf" srcId="{F6DBD488-947A-48E5-BD46-02FDB94E5104}" destId="{D6B6E83A-9B7B-4B8C-A845-DB9934C5D003}" srcOrd="0" destOrd="0" presId="urn:microsoft.com/office/officeart/2005/8/layout/hierarchy3"/>
    <dgm:cxn modelId="{85BA3A4C-15E1-4A64-94F4-A02B50A99145}" type="parOf" srcId="{BA7EE3D9-7030-4DC7-A214-46A215D0D235}" destId="{F09F9250-9650-4CE6-8D5A-B5FEF7E7B973}" srcOrd="0" destOrd="0" parTransId="{520BFD53-C457-41BC-A06A-BF094BC798DF}" sibTransId="{4DB8443C-5090-435D-B925-3E01D7A2C7F6}"/>
    <dgm:cxn modelId="{83AB8577-E2FB-49D1-88EA-B9D633D0617D}" type="presOf" srcId="{BA7EE3D9-7030-4DC7-A214-46A215D0D235}" destId="{E8E68B3D-9E39-4A83-8358-54CB1D10EE92}" srcOrd="0" destOrd="0" presId="urn:microsoft.com/office/officeart/2005/8/layout/hierarchy3"/>
    <dgm:cxn modelId="{1FA8E479-F67E-4C29-8C7B-88B25A2F527B}" type="presOf" srcId="{F09F9250-9650-4CE6-8D5A-B5FEF7E7B973}" destId="{6E748801-E452-46D6-9C15-C19E82914F71}" srcOrd="0" destOrd="0" presId="urn:microsoft.com/office/officeart/2005/8/layout/hierarchy3"/>
    <dgm:cxn modelId="{81757EA1-916A-45BD-8E22-07DAF7E3F327}" type="presOf" srcId="{46BAB68F-5534-4074-90FA-A858C324FC7E}" destId="{A2A9F26B-20B1-438A-B40B-E8119876F595}" srcOrd="0" destOrd="0" presId="urn:microsoft.com/office/officeart/2005/8/layout/hierarchy3"/>
    <dgm:cxn modelId="{11D693A6-EE06-4868-AC67-3BCDFAF67A1C}" type="parOf" srcId="{BA7EE3D9-7030-4DC7-A214-46A215D0D235}" destId="{2AD08345-D0DC-41AC-AC3B-561C7E624B67}" srcOrd="1" destOrd="0" parTransId="{84F223C1-915E-4873-BABE-10AFDA1F6EC7}" sibTransId="{BB29A386-CA13-429B-9680-5DE4A9D70B7B}"/>
    <dgm:cxn modelId="{C935F0EB-44D4-44BF-908F-38B712ACFAE3}" type="parOf" srcId="{BA7EE3D9-7030-4DC7-A214-46A215D0D235}" destId="{46BAB68F-5534-4074-90FA-A858C324FC7E}" srcOrd="2" destOrd="0" parTransId="{D14AF134-554F-45E8-905B-2E293F1BB72E}" sibTransId="{672AFFBA-AE5C-4BA0-B993-EC0F8C047666}"/>
    <dgm:cxn modelId="{EE7AB6EE-AED3-4FCE-83D4-113E12980E66}" type="presOf" srcId="{2AD08345-D0DC-41AC-AC3B-561C7E624B67}" destId="{F01D7510-4932-4FE4-83A6-3403E4DAB991}" srcOrd="0" destOrd="0" presId="urn:microsoft.com/office/officeart/2005/8/layout/hierarchy3"/>
    <dgm:cxn modelId="{C8F9EF43-17ED-47FC-8510-D1ED81E7E7E8}" type="presParOf" srcId="{E8E68B3D-9E39-4A83-8358-54CB1D10EE92}" destId="{27332FCE-9C4A-47AC-999F-AB9646DE1862}" srcOrd="0" destOrd="0" presId="urn:microsoft.com/office/officeart/2005/8/layout/hierarchy3"/>
    <dgm:cxn modelId="{82C015AD-B7C5-4A2B-B6B6-70A600090F7F}" type="presParOf" srcId="{27332FCE-9C4A-47AC-999F-AB9646DE1862}" destId="{D0AB9562-9A51-4A48-A309-9A343EC238FB}" srcOrd="0" destOrd="0" presId="urn:microsoft.com/office/officeart/2005/8/layout/hierarchy3"/>
    <dgm:cxn modelId="{DCA36945-4838-40AA-91F0-3E904F2B2D14}" type="presParOf" srcId="{D0AB9562-9A51-4A48-A309-9A343EC238FB}" destId="{6E748801-E452-46D6-9C15-C19E82914F71}" srcOrd="0" destOrd="0" presId="urn:microsoft.com/office/officeart/2005/8/layout/hierarchy3"/>
    <dgm:cxn modelId="{B0750122-5703-43EE-8494-0F30CE3642A4}" type="presParOf" srcId="{D0AB9562-9A51-4A48-A309-9A343EC238FB}" destId="{6E6504DE-6417-4B69-85F5-044DD20C09FE}" srcOrd="1" destOrd="0" presId="urn:microsoft.com/office/officeart/2005/8/layout/hierarchy3"/>
    <dgm:cxn modelId="{B81CA216-281D-44E4-8C20-3E9B69D80DCC}" type="presParOf" srcId="{27332FCE-9C4A-47AC-999F-AB9646DE1862}" destId="{C8F613E4-DC8F-479E-97F8-E5EBDDD799EA}" srcOrd="1" destOrd="0" presId="urn:microsoft.com/office/officeart/2005/8/layout/hierarchy3"/>
    <dgm:cxn modelId="{0667A32E-8D19-44E8-A76E-E8D39BAEDBB4}" type="presParOf" srcId="{E8E68B3D-9E39-4A83-8358-54CB1D10EE92}" destId="{C6967BBF-902F-4762-82D3-4340075C08C2}" srcOrd="1" destOrd="0" presId="urn:microsoft.com/office/officeart/2005/8/layout/hierarchy3"/>
    <dgm:cxn modelId="{378B5EE9-9C1C-4F37-8ACF-119E0ECA9FC2}" type="presParOf" srcId="{C6967BBF-902F-4762-82D3-4340075C08C2}" destId="{E7169D89-90FC-42E2-B565-ECFC6794B216}" srcOrd="0" destOrd="0" presId="urn:microsoft.com/office/officeart/2005/8/layout/hierarchy3"/>
    <dgm:cxn modelId="{568C7DEE-2106-452C-9890-E47FBB3B0883}" type="presParOf" srcId="{E7169D89-90FC-42E2-B565-ECFC6794B216}" destId="{F01D7510-4932-4FE4-83A6-3403E4DAB991}" srcOrd="0" destOrd="0" presId="urn:microsoft.com/office/officeart/2005/8/layout/hierarchy3"/>
    <dgm:cxn modelId="{BDA9189C-F88F-4A1D-BD96-5085AFAAB320}" type="presParOf" srcId="{E7169D89-90FC-42E2-B565-ECFC6794B216}" destId="{920FE90E-F55A-4636-A180-E007E174AD50}" srcOrd="1" destOrd="0" presId="urn:microsoft.com/office/officeart/2005/8/layout/hierarchy3"/>
    <dgm:cxn modelId="{A3AC65D7-223C-4223-A4D5-7B60C3A4B1E1}" type="presParOf" srcId="{C6967BBF-902F-4762-82D3-4340075C08C2}" destId="{7048A49F-4267-420A-AA8C-11D906B32F83}" srcOrd="1" destOrd="0" presId="urn:microsoft.com/office/officeart/2005/8/layout/hierarchy3"/>
    <dgm:cxn modelId="{0683BB0D-6F9B-4F74-8179-BFAFB42C5C6B}" type="presParOf" srcId="{E8E68B3D-9E39-4A83-8358-54CB1D10EE92}" destId="{6EB9A7CB-DF67-47D5-8587-D26ACE3D2DFA}" srcOrd="2" destOrd="0" presId="urn:microsoft.com/office/officeart/2005/8/layout/hierarchy3"/>
    <dgm:cxn modelId="{53AC0ED1-A90B-4723-B28E-3C6B40A4B7A2}" type="presParOf" srcId="{6EB9A7CB-DF67-47D5-8587-D26ACE3D2DFA}" destId="{E0EDA1EF-4DA5-4FAF-B887-32400204C06E}" srcOrd="0" destOrd="0" presId="urn:microsoft.com/office/officeart/2005/8/layout/hierarchy3"/>
    <dgm:cxn modelId="{58291649-CE41-4C88-8073-A73D6D4DC436}" type="presParOf" srcId="{E0EDA1EF-4DA5-4FAF-B887-32400204C06E}" destId="{A2A9F26B-20B1-438A-B40B-E8119876F595}" srcOrd="0" destOrd="0" presId="urn:microsoft.com/office/officeart/2005/8/layout/hierarchy3"/>
    <dgm:cxn modelId="{4489D8B7-80BD-4801-A31F-6F5C46DDA2EC}" type="presParOf" srcId="{E0EDA1EF-4DA5-4FAF-B887-32400204C06E}" destId="{AE94AA3A-2358-414B-A071-A4D1411B7790}" srcOrd="1" destOrd="0" presId="urn:microsoft.com/office/officeart/2005/8/layout/hierarchy3"/>
    <dgm:cxn modelId="{E3532603-4FAE-4D50-ADC7-9086C2252E9C}" type="presParOf" srcId="{6EB9A7CB-DF67-47D5-8587-D26ACE3D2DFA}" destId="{98FC089B-113C-4066-9153-06BEF42B257F}" srcOrd="1" destOrd="0" presId="urn:microsoft.com/office/officeart/2005/8/layout/hierarchy3"/>
    <dgm:cxn modelId="{79C89C5A-4F8F-4AA0-8815-9769F7686E08}" type="presParOf" srcId="{E8E68B3D-9E39-4A83-8358-54CB1D10EE92}" destId="{AB040E1C-034A-4C1D-AAED-59BB1F058B01}" srcOrd="3" destOrd="0" presId="urn:microsoft.com/office/officeart/2005/8/layout/hierarchy3"/>
    <dgm:cxn modelId="{55AEC49F-37A7-438F-B0F7-397D47763B13}" type="presParOf" srcId="{AB040E1C-034A-4C1D-AAED-59BB1F058B01}" destId="{B87480FF-125B-4F55-B7A2-E40A2170873F}" srcOrd="0" destOrd="0" presId="urn:microsoft.com/office/officeart/2005/8/layout/hierarchy3"/>
    <dgm:cxn modelId="{78B1AE0A-7BC6-46C6-8CE7-DAEB67F91D1E}" type="presParOf" srcId="{B87480FF-125B-4F55-B7A2-E40A2170873F}" destId="{D6B6E83A-9B7B-4B8C-A845-DB9934C5D003}" srcOrd="0" destOrd="0" presId="urn:microsoft.com/office/officeart/2005/8/layout/hierarchy3"/>
    <dgm:cxn modelId="{835C5D93-84D7-4E79-AFD2-DDC420F13576}" type="presParOf" srcId="{B87480FF-125B-4F55-B7A2-E40A2170873F}" destId="{50F9B89E-BE75-4F88-84F0-180FAD4602C2}" srcOrd="1" destOrd="0" presId="urn:microsoft.com/office/officeart/2005/8/layout/hierarchy3"/>
    <dgm:cxn modelId="{16CA9269-51BA-4B99-A452-EC1EB9B15D49}" type="presParOf" srcId="{AB040E1C-034A-4C1D-AAED-59BB1F058B01}" destId="{608F9A8A-D86A-4BD1-B146-B97186ABE29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4446351D-8B46-4277-9493-8E9642357EDD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6B9C79C9-40AC-455F-A9A5-4D950AEE9DFD}" type="node">
      <dgm:prSet/>
      <dgm:spPr bwMode="auto">
        <a:solidFill>
          <a:srgbClr val="29748F"/>
        </a:solidFill>
      </dgm:spPr>
      <dgm:t>
        <a:bodyPr/>
        <a:lstStyle/>
        <a:p>
          <a:pPr>
            <a:defRPr/>
          </a:pPr>
          <a:r>
            <a:rPr lang="en-US"/>
            <a:t>HLS</a:t>
          </a:r>
          <a:endParaRPr/>
        </a:p>
      </dgm:t>
    </dgm:pt>
    <dgm:pt modelId="{6A641C4B-6A93-4D17-850B-1B0363AFD532}" type="parTrans" cxnId="{372389EF-62EA-4B90-9D0A-3C78668E1A5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A1A3DB9-F382-4D74-8C77-A488CA3A69B7}" type="sibTrans" cxnId="{372389EF-62EA-4B90-9D0A-3C78668E1A5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415932B-D073-4937-8AA0-5BA813D73EEA}" type="node">
      <dgm:prSet/>
      <dgm:spPr bwMode="auto"/>
      <dgm:t>
        <a:bodyPr/>
        <a:lstStyle/>
        <a:p>
          <a:pPr>
            <a:defRPr/>
          </a:pPr>
          <a:r>
            <a:rPr lang="en-US"/>
            <a:t>Advantages </a:t>
          </a:r>
          <a:endParaRPr/>
        </a:p>
      </dgm:t>
    </dgm:pt>
    <dgm:pt modelId="{CA2708F5-B30C-44CF-A8C5-EC9F23F6E6BB}" type="parTrans" cxnId="{9EA70615-3328-489A-A132-30F5FFBC18F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ECEADC9-3D53-4F14-ABBE-16CB87C1E1C5}" type="sibTrans" cxnId="{9EA70615-3328-489A-A132-30F5FFBC18F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7BB8050-49A2-4DEB-92C7-6583B9720EA8}" type="node">
      <dgm:prSet/>
      <dgm:spPr bwMode="auto"/>
      <dgm:t>
        <a:bodyPr/>
        <a:lstStyle/>
        <a:p>
          <a:pPr>
            <a:defRPr/>
          </a:pPr>
          <a:r>
            <a:rPr lang="en-US"/>
            <a:t>Faster development</a:t>
          </a:r>
          <a:endParaRPr/>
        </a:p>
      </dgm:t>
    </dgm:pt>
    <dgm:pt modelId="{8F38BB46-0394-48A0-B0EA-F980B3545A33}" type="parTrans" cxnId="{F9D19337-C201-4280-A76A-9E54CA68A42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166D629-9708-4783-9295-694F649899DE}" type="sibTrans" cxnId="{F9D19337-C201-4280-A76A-9E54CA68A42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582A34B-0E15-4F30-9B27-2A2BFB62F78A}" type="node">
      <dgm:prSet/>
      <dgm:spPr bwMode="auto"/>
      <dgm:t>
        <a:bodyPr/>
        <a:lstStyle/>
        <a:p>
          <a:pPr>
            <a:defRPr/>
          </a:pPr>
          <a:r>
            <a:rPr lang="en-US"/>
            <a:t>Easier debugging</a:t>
          </a:r>
          <a:endParaRPr/>
        </a:p>
      </dgm:t>
    </dgm:pt>
    <dgm:pt modelId="{69F81CFF-FF5E-4B6C-BC8E-92813C961D80}" type="parTrans" cxnId="{BC19505E-6AB5-43CA-BD40-9BF278F89E9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99B19BB-7D90-4E7C-96FE-C8524055E221}" type="sibTrans" cxnId="{BC19505E-6AB5-43CA-BD40-9BF278F89E9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FDA2247-27A0-42F0-8526-1F4CC849545E}" type="node">
      <dgm:prSet/>
      <dgm:spPr bwMode="auto"/>
      <dgm:t>
        <a:bodyPr/>
        <a:lstStyle/>
        <a:p>
          <a:pPr>
            <a:defRPr/>
          </a:pPr>
          <a:r>
            <a:rPr lang="en-US"/>
            <a:t>Faster prototyping</a:t>
          </a:r>
          <a:endParaRPr/>
        </a:p>
      </dgm:t>
    </dgm:pt>
    <dgm:pt modelId="{15DB80EF-05FC-4436-ADE8-EC3D3F3F0867}" type="parTrans" cxnId="{2BA5D061-B92E-487B-BE2C-3A2D8B7A4B3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75A1F32-535C-4EC0-BA18-25EE0214C18F}" type="sibTrans" cxnId="{2BA5D061-B92E-487B-BE2C-3A2D8B7A4B3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B75D1C6-2E9B-43ED-813E-1413D6360519}" type="node">
      <dgm:prSet/>
      <dgm:spPr bwMode="auto"/>
      <dgm:t>
        <a:bodyPr/>
        <a:lstStyle/>
        <a:p>
          <a:pPr>
            <a:defRPr/>
          </a:pPr>
          <a:r>
            <a:rPr lang="en-US"/>
            <a:t>Reusable high-level code</a:t>
          </a:r>
          <a:endParaRPr/>
        </a:p>
      </dgm:t>
    </dgm:pt>
    <dgm:pt modelId="{7669D3EA-FC09-419B-83A3-FECCAC5673C1}" type="parTrans" cxnId="{F22C4081-5D90-4DEB-844B-C0327B11A6B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D3ABA09-814D-4246-A18F-98F633895E37}" type="sibTrans" cxnId="{F22C4081-5D90-4DEB-844B-C0327B11A6B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D5AD33B-5402-4B59-AF58-B49207AA488D}" type="node">
      <dgm:prSet/>
      <dgm:spPr bwMode="auto"/>
      <dgm:t>
        <a:bodyPr/>
        <a:lstStyle/>
        <a:p>
          <a:pPr>
            <a:defRPr/>
          </a:pPr>
          <a:r>
            <a:rPr lang="en-US"/>
            <a:t>Shorter design cycle</a:t>
          </a:r>
          <a:endParaRPr/>
        </a:p>
      </dgm:t>
    </dgm:pt>
    <dgm:pt modelId="{323EDF3D-A8C1-40D4-BE56-5E3C6AAAF3D7}" type="parTrans" cxnId="{E79473C9-A919-44A9-82C8-2848CA3FE50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B1199B0-FFE3-445B-98E9-F3F6330150C3}" type="sibTrans" cxnId="{E79473C9-A919-44A9-82C8-2848CA3FE50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AE1C148-950B-41CC-B105-AD99A759BA14}" type="node">
      <dgm:prSet/>
      <dgm:spPr bwMode="auto"/>
      <dgm:t>
        <a:bodyPr/>
        <a:lstStyle/>
        <a:p>
          <a:pPr>
            <a:defRPr/>
          </a:pPr>
          <a:r>
            <a:rPr lang="en-US"/>
            <a:t>Limitations</a:t>
          </a:r>
          <a:endParaRPr/>
        </a:p>
      </dgm:t>
    </dgm:pt>
    <dgm:pt modelId="{63E77CD6-F8FC-4166-88AF-7B1AAA79B65A}" type="parTrans" cxnId="{CC201FE5-AEC7-47A8-AA74-4E5F4666F71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A35EBE3-53FC-4100-B1B2-5646F8B3BF06}" type="sibTrans" cxnId="{CC201FE5-AEC7-47A8-AA74-4E5F4666F71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B904F0C-F1BB-4C6A-92A1-97B7D35EDAE1}" type="node">
      <dgm:prSet/>
      <dgm:spPr bwMode="auto">
        <a:solidFill>
          <a:schemeClr val="accent2">
            <a:lumMod val="75000"/>
          </a:schemeClr>
        </a:solidFill>
      </dgm:spPr>
      <dgm:t>
        <a:bodyPr/>
        <a:lstStyle/>
        <a:p>
          <a:pPr>
            <a:defRPr/>
          </a:pPr>
          <a:r>
            <a:rPr lang="en-US"/>
            <a:t>Lower hardware efficiency </a:t>
          </a:r>
          <a:endParaRPr/>
        </a:p>
      </dgm:t>
    </dgm:pt>
    <dgm:pt modelId="{982044FA-3A07-429F-8052-927199832DDC}" type="parTrans" cxnId="{328A9750-6AAE-4E82-8CDB-08F5A0DA86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8B8674A-0BBB-4FD0-A481-30E78FDD5BE3}" type="sibTrans" cxnId="{328A9750-6AAE-4E82-8CDB-08F5A0DA86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F5A69DC-3415-45A6-A65C-684E4449E74D}" type="node">
      <dgm:prSet/>
      <dgm:spPr bwMode="auto">
        <a:solidFill>
          <a:schemeClr val="accent2">
            <a:lumMod val="75000"/>
          </a:schemeClr>
        </a:solidFill>
      </dgm:spPr>
      <dgm:t>
        <a:bodyPr/>
        <a:lstStyle/>
        <a:p>
          <a:pPr>
            <a:defRPr/>
          </a:pPr>
          <a:r>
            <a:rPr lang="en-US"/>
            <a:t>Higher resource utilization</a:t>
          </a:r>
          <a:endParaRPr/>
        </a:p>
      </dgm:t>
    </dgm:pt>
    <dgm:pt modelId="{772AFF37-FB58-4CED-B067-40461402436D}" type="parTrans" cxnId="{79A5E01B-4A92-490A-800E-BF34FF9EBD6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BC27D2F-D926-48D8-83FD-D68BD9FC3432}" type="sibTrans" cxnId="{79A5E01B-4A92-490A-800E-BF34FF9EBD6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F08F07D-AB3A-4A12-92B8-DBE0E4266422}" type="node">
      <dgm:prSet/>
      <dgm:spPr bwMode="auto">
        <a:solidFill>
          <a:schemeClr val="accent2">
            <a:lumMod val="75000"/>
          </a:schemeClr>
        </a:solidFill>
      </dgm:spPr>
      <dgm:t>
        <a:bodyPr/>
        <a:lstStyle/>
        <a:p>
          <a:pPr>
            <a:defRPr/>
          </a:pPr>
          <a:r>
            <a:rPr lang="en-US"/>
            <a:t>Less architectural control</a:t>
          </a:r>
          <a:endParaRPr/>
        </a:p>
      </dgm:t>
    </dgm:pt>
    <dgm:pt modelId="{0D707507-D110-4025-9F88-93B281F0C57A}" type="parTrans" cxnId="{FD90F3B7-DB2C-40A3-BCD1-6D031A745C9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FF7B50B-DC65-45CA-92A8-6E395184A62E}" type="sibTrans" cxnId="{FD90F3B7-DB2C-40A3-BCD1-6D031A745C9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83296F9-D060-44CD-95DB-CE5B49C86896}" type="node">
      <dgm:prSet/>
      <dgm:spPr bwMode="auto">
        <a:solidFill>
          <a:schemeClr val="accent2">
            <a:lumMod val="75000"/>
          </a:schemeClr>
        </a:solidFill>
      </dgm:spPr>
      <dgm:t>
        <a:bodyPr/>
        <a:lstStyle/>
        <a:p>
          <a:pPr>
            <a:defRPr/>
          </a:pPr>
          <a:r>
            <a:rPr lang="en-US"/>
            <a:t>Timing optimization is harder</a:t>
          </a:r>
          <a:endParaRPr/>
        </a:p>
      </dgm:t>
    </dgm:pt>
    <dgm:pt modelId="{27824C51-9BF9-4FF4-8F58-7BF3577C4EA8}" type="parTrans" cxnId="{C18AA2FF-50B3-4075-8D13-D1BE58E969E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F8554C9-A1EE-4A80-A8BA-B49B6D717723}" type="sibTrans" cxnId="{C18AA2FF-50B3-4075-8D13-D1BE58E969E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40BDDF8-F51A-4B87-BF82-80F44401D1AD}" type="node">
      <dgm:prSet/>
      <dgm:spPr bwMode="auto">
        <a:solidFill>
          <a:schemeClr val="accent2">
            <a:lumMod val="75000"/>
          </a:schemeClr>
        </a:solidFill>
      </dgm:spPr>
      <dgm:t>
        <a:bodyPr/>
        <a:lstStyle/>
        <a:p>
          <a:pPr>
            <a:defRPr/>
          </a:pPr>
          <a:r>
            <a:rPr lang="en-US"/>
            <a:t>Performance depends on the compiler</a:t>
          </a:r>
          <a:endParaRPr/>
        </a:p>
      </dgm:t>
    </dgm:pt>
    <dgm:pt modelId="{7AFE2FF5-1560-46D3-8FE5-BAEA2D96BC95}" type="parTrans" cxnId="{DC7CDC6B-88B2-43CC-80C7-50D76544B9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31D1817-D7B7-48EC-8B73-13039C499A58}" type="sibTrans" cxnId="{DC7CDC6B-88B2-43CC-80C7-50D76544B9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FEE1E6F-C5EE-45DA-86BB-C8D1A23FCAAC}" type="pres">
      <dgm:prSet presAssocID="{4446351D-8B46-4277-9493-8E9642357EDD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C6504633-981C-4188-8118-0F96539F3EE6}" type="pres">
      <dgm:prSet presAssocID="{6B9C79C9-40AC-455F-A9A5-4D950AEE9DFD}" presName="hierRoot1" presStyleCnt="0">
        <dgm:presLayoutVars>
          <dgm:hierBranch val="init"/>
        </dgm:presLayoutVars>
      </dgm:prSet>
      <dgm:spPr bwMode="auto"/>
    </dgm:pt>
    <dgm:pt modelId="{9E2FC2FA-1415-44AF-B924-02D3E32CFDC7}" type="pres">
      <dgm:prSet presAssocID="{6B9C79C9-40AC-455F-A9A5-4D950AEE9DFD}" presName="rootComposite1" presStyleCnt="0"/>
      <dgm:spPr bwMode="auto"/>
    </dgm:pt>
    <dgm:pt modelId="{BEE79FA9-3684-460D-A4D7-BB970B868C8B}" type="pres">
      <dgm:prSet custLinFactNeighborX="232018" custLinFactNeighborY="-100000" custLinFactX="200000" custLinFactY="-54557" presAssocID="{6B9C79C9-40AC-455F-A9A5-4D950AEE9DFD}" presName="rootText1" presStyleLbl="node0" presStyleIdx="0" presStyleCnt="3">
        <dgm:presLayoutVars>
          <dgm:chPref val="3"/>
        </dgm:presLayoutVars>
      </dgm:prSet>
      <dgm:spPr bwMode="auto"/>
    </dgm:pt>
    <dgm:pt modelId="{7F56606C-0022-4B5E-AB17-6BC86C46B4C4}" type="pres">
      <dgm:prSet presAssocID="{6B9C79C9-40AC-455F-A9A5-4D950AEE9DFD}" presName="rootConnector1" presStyleLbl="node1" presStyleIdx="0" presStyleCnt="0"/>
      <dgm:spPr bwMode="auto"/>
    </dgm:pt>
    <dgm:pt modelId="{116A9F20-97C5-4131-82F0-8C444645C66F}" type="pres">
      <dgm:prSet presAssocID="{6B9C79C9-40AC-455F-A9A5-4D950AEE9DFD}" presName="hierChild2" presStyleCnt="0"/>
      <dgm:spPr bwMode="auto"/>
    </dgm:pt>
    <dgm:pt modelId="{5E13F07C-2210-430F-AEED-447520872D89}" type="pres">
      <dgm:prSet presAssocID="{6B9C79C9-40AC-455F-A9A5-4D950AEE9DFD}" presName="hierChild3" presStyleCnt="0"/>
      <dgm:spPr bwMode="auto"/>
    </dgm:pt>
    <dgm:pt modelId="{8E597802-6BBD-4882-9FF0-2D8A116745AC}" type="pres">
      <dgm:prSet presAssocID="{F415932B-D073-4937-8AA0-5BA813D73EEA}" presName="hierRoot1" presStyleCnt="0">
        <dgm:presLayoutVars>
          <dgm:hierBranch val="init"/>
        </dgm:presLayoutVars>
      </dgm:prSet>
      <dgm:spPr bwMode="auto"/>
    </dgm:pt>
    <dgm:pt modelId="{EB0C6B67-743D-47F9-996C-FD2231F5CE88}" type="pres">
      <dgm:prSet presAssocID="{F415932B-D073-4937-8AA0-5BA813D73EEA}" presName="rootComposite1" presStyleCnt="0"/>
      <dgm:spPr bwMode="auto"/>
    </dgm:pt>
    <dgm:pt modelId="{76B47694-B0BC-40C3-8EBD-1A9541D401F7}" type="pres">
      <dgm:prSet presAssocID="{F415932B-D073-4937-8AA0-5BA813D73EEA}" presName="rootText1" presStyleLbl="node0" presStyleIdx="1" presStyleCnt="3">
        <dgm:presLayoutVars>
          <dgm:chPref val="3"/>
        </dgm:presLayoutVars>
      </dgm:prSet>
      <dgm:spPr bwMode="auto"/>
    </dgm:pt>
    <dgm:pt modelId="{BD6D633F-7AB3-4ED1-91D0-0841C1F3E36B}" type="pres">
      <dgm:prSet presAssocID="{F415932B-D073-4937-8AA0-5BA813D73EEA}" presName="rootConnector1" presStyleLbl="node1" presStyleIdx="0" presStyleCnt="0"/>
      <dgm:spPr bwMode="auto"/>
    </dgm:pt>
    <dgm:pt modelId="{C348C80D-B7F7-4964-AE2E-D190C970F7DC}" type="pres">
      <dgm:prSet presAssocID="{F415932B-D073-4937-8AA0-5BA813D73EEA}" presName="hierChild2" presStyleCnt="0"/>
      <dgm:spPr bwMode="auto"/>
    </dgm:pt>
    <dgm:pt modelId="{3783EA83-BAAD-46B3-8AD4-8C25030A5A59}" type="pres">
      <dgm:prSet presAssocID="{8F38BB46-0394-48A0-B0EA-F980B3545A33}" presName="Name37" presStyleLbl="parChTrans1D2" presStyleIdx="0" presStyleCnt="10"/>
      <dgm:spPr bwMode="auto"/>
    </dgm:pt>
    <dgm:pt modelId="{8A7670B5-B1E6-430F-86DD-B706DD821EF6}" type="pres">
      <dgm:prSet presAssocID="{F7BB8050-49A2-4DEB-92C7-6583B9720EA8}" presName="hierRoot2" presStyleCnt="0">
        <dgm:presLayoutVars>
          <dgm:hierBranch val="init"/>
        </dgm:presLayoutVars>
      </dgm:prSet>
      <dgm:spPr bwMode="auto"/>
    </dgm:pt>
    <dgm:pt modelId="{0E3FAFB7-76E0-4DED-AA8E-E0DABA3E823F}" type="pres">
      <dgm:prSet presAssocID="{F7BB8050-49A2-4DEB-92C7-6583B9720EA8}" presName="rootComposite" presStyleCnt="0"/>
      <dgm:spPr bwMode="auto"/>
    </dgm:pt>
    <dgm:pt modelId="{F5DE8650-DBCA-4CC6-A2B6-CC45A162A3A8}" type="pres">
      <dgm:prSet presAssocID="{F7BB8050-49A2-4DEB-92C7-6583B9720EA8}" presName="rootText" presStyleLbl="node2" presStyleIdx="0" presStyleCnt="10">
        <dgm:presLayoutVars>
          <dgm:chPref val="3"/>
        </dgm:presLayoutVars>
      </dgm:prSet>
      <dgm:spPr bwMode="auto"/>
    </dgm:pt>
    <dgm:pt modelId="{784C98E6-8243-4B67-88B1-7E7FA327A8F0}" type="pres">
      <dgm:prSet presAssocID="{F7BB8050-49A2-4DEB-92C7-6583B9720EA8}" presName="rootConnector" presStyleLbl="node2" presStyleIdx="0" presStyleCnt="10"/>
      <dgm:spPr bwMode="auto"/>
    </dgm:pt>
    <dgm:pt modelId="{1D9521CB-31CF-4AA2-B4E4-FFD7FF948054}" type="pres">
      <dgm:prSet presAssocID="{F7BB8050-49A2-4DEB-92C7-6583B9720EA8}" presName="hierChild4" presStyleCnt="0"/>
      <dgm:spPr bwMode="auto"/>
    </dgm:pt>
    <dgm:pt modelId="{9B664297-725C-4054-A14C-E08BAC68AEDB}" type="pres">
      <dgm:prSet presAssocID="{F7BB8050-49A2-4DEB-92C7-6583B9720EA8}" presName="hierChild5" presStyleCnt="0"/>
      <dgm:spPr bwMode="auto"/>
    </dgm:pt>
    <dgm:pt modelId="{3C508E5A-8C3C-42EE-906A-A0677210964E}" type="pres">
      <dgm:prSet presAssocID="{69F81CFF-FF5E-4B6C-BC8E-92813C961D80}" presName="Name37" presStyleLbl="parChTrans1D2" presStyleIdx="1" presStyleCnt="10"/>
      <dgm:spPr bwMode="auto"/>
    </dgm:pt>
    <dgm:pt modelId="{A070F0C7-64BA-47FC-B6CC-B1951005EE94}" type="pres">
      <dgm:prSet presAssocID="{2582A34B-0E15-4F30-9B27-2A2BFB62F78A}" presName="hierRoot2" presStyleCnt="0">
        <dgm:presLayoutVars>
          <dgm:hierBranch val="init"/>
        </dgm:presLayoutVars>
      </dgm:prSet>
      <dgm:spPr bwMode="auto"/>
    </dgm:pt>
    <dgm:pt modelId="{9356C1CC-ED05-4FA0-B71E-2D9261C43107}" type="pres">
      <dgm:prSet presAssocID="{2582A34B-0E15-4F30-9B27-2A2BFB62F78A}" presName="rootComposite" presStyleCnt="0"/>
      <dgm:spPr bwMode="auto"/>
    </dgm:pt>
    <dgm:pt modelId="{6C35DF78-BC38-4794-9C71-2A5339915004}" type="pres">
      <dgm:prSet presAssocID="{2582A34B-0E15-4F30-9B27-2A2BFB62F78A}" presName="rootText" presStyleLbl="node2" presStyleIdx="1" presStyleCnt="10">
        <dgm:presLayoutVars>
          <dgm:chPref val="3"/>
        </dgm:presLayoutVars>
      </dgm:prSet>
      <dgm:spPr bwMode="auto"/>
    </dgm:pt>
    <dgm:pt modelId="{E3903B09-D713-450F-9EC5-3AC4D1E459AD}" type="pres">
      <dgm:prSet presAssocID="{2582A34B-0E15-4F30-9B27-2A2BFB62F78A}" presName="rootConnector" presStyleLbl="node2" presStyleIdx="1" presStyleCnt="10"/>
      <dgm:spPr bwMode="auto"/>
    </dgm:pt>
    <dgm:pt modelId="{1EC5F167-C409-41BA-BF86-FEE7A62010D2}" type="pres">
      <dgm:prSet presAssocID="{2582A34B-0E15-4F30-9B27-2A2BFB62F78A}" presName="hierChild4" presStyleCnt="0"/>
      <dgm:spPr bwMode="auto"/>
    </dgm:pt>
    <dgm:pt modelId="{5997D3D7-7839-4160-8F01-323BE66B1540}" type="pres">
      <dgm:prSet presAssocID="{2582A34B-0E15-4F30-9B27-2A2BFB62F78A}" presName="hierChild5" presStyleCnt="0"/>
      <dgm:spPr bwMode="auto"/>
    </dgm:pt>
    <dgm:pt modelId="{C204E320-2249-4866-916B-B12760617741}" type="pres">
      <dgm:prSet presAssocID="{15DB80EF-05FC-4436-ADE8-EC3D3F3F0867}" presName="Name37" presStyleLbl="parChTrans1D2" presStyleIdx="2" presStyleCnt="10"/>
      <dgm:spPr bwMode="auto"/>
    </dgm:pt>
    <dgm:pt modelId="{AFD25B36-4C02-421B-907F-30E3E5308297}" type="pres">
      <dgm:prSet presAssocID="{9FDA2247-27A0-42F0-8526-1F4CC849545E}" presName="hierRoot2" presStyleCnt="0">
        <dgm:presLayoutVars>
          <dgm:hierBranch val="init"/>
        </dgm:presLayoutVars>
      </dgm:prSet>
      <dgm:spPr bwMode="auto"/>
    </dgm:pt>
    <dgm:pt modelId="{57D574B4-3E08-4ACC-89C3-F9FD4C40C46C}" type="pres">
      <dgm:prSet presAssocID="{9FDA2247-27A0-42F0-8526-1F4CC849545E}" presName="rootComposite" presStyleCnt="0"/>
      <dgm:spPr bwMode="auto"/>
    </dgm:pt>
    <dgm:pt modelId="{3BFBD594-0501-44F7-84F6-5B4D789CA534}" type="pres">
      <dgm:prSet presAssocID="{9FDA2247-27A0-42F0-8526-1F4CC849545E}" presName="rootText" presStyleLbl="node2" presStyleIdx="2" presStyleCnt="10">
        <dgm:presLayoutVars>
          <dgm:chPref val="3"/>
        </dgm:presLayoutVars>
      </dgm:prSet>
      <dgm:spPr bwMode="auto"/>
    </dgm:pt>
    <dgm:pt modelId="{78E7C9E0-571C-4024-9210-E715E3DD3D27}" type="pres">
      <dgm:prSet presAssocID="{9FDA2247-27A0-42F0-8526-1F4CC849545E}" presName="rootConnector" presStyleLbl="node2" presStyleIdx="2" presStyleCnt="10"/>
      <dgm:spPr bwMode="auto"/>
    </dgm:pt>
    <dgm:pt modelId="{6DA3D933-16F8-4C05-B438-040E6ABC0FE3}" type="pres">
      <dgm:prSet presAssocID="{9FDA2247-27A0-42F0-8526-1F4CC849545E}" presName="hierChild4" presStyleCnt="0"/>
      <dgm:spPr bwMode="auto"/>
    </dgm:pt>
    <dgm:pt modelId="{C9F4894F-7D49-43AB-BDA8-311C80A8C83D}" type="pres">
      <dgm:prSet presAssocID="{9FDA2247-27A0-42F0-8526-1F4CC849545E}" presName="hierChild5" presStyleCnt="0"/>
      <dgm:spPr bwMode="auto"/>
    </dgm:pt>
    <dgm:pt modelId="{B0ED4621-4A66-44F1-AF53-8012A65F9B04}" type="pres">
      <dgm:prSet presAssocID="{7669D3EA-FC09-419B-83A3-FECCAC5673C1}" presName="Name37" presStyleLbl="parChTrans1D2" presStyleIdx="3" presStyleCnt="10"/>
      <dgm:spPr bwMode="auto"/>
    </dgm:pt>
    <dgm:pt modelId="{9E6E900C-D999-4294-8F72-5DFDC3955074}" type="pres">
      <dgm:prSet presAssocID="{BB75D1C6-2E9B-43ED-813E-1413D6360519}" presName="hierRoot2" presStyleCnt="0">
        <dgm:presLayoutVars>
          <dgm:hierBranch val="init"/>
        </dgm:presLayoutVars>
      </dgm:prSet>
      <dgm:spPr bwMode="auto"/>
    </dgm:pt>
    <dgm:pt modelId="{5BC22D37-2377-4FCC-9734-1CD6716C921B}" type="pres">
      <dgm:prSet presAssocID="{BB75D1C6-2E9B-43ED-813E-1413D6360519}" presName="rootComposite" presStyleCnt="0"/>
      <dgm:spPr bwMode="auto"/>
    </dgm:pt>
    <dgm:pt modelId="{EC699EB6-EBE7-40FE-B20C-7A40518ADFA8}" type="pres">
      <dgm:prSet presAssocID="{BB75D1C6-2E9B-43ED-813E-1413D6360519}" presName="rootText" presStyleLbl="node2" presStyleIdx="3" presStyleCnt="10">
        <dgm:presLayoutVars>
          <dgm:chPref val="3"/>
        </dgm:presLayoutVars>
      </dgm:prSet>
      <dgm:spPr bwMode="auto"/>
    </dgm:pt>
    <dgm:pt modelId="{E2FEACCB-2A22-48A1-9765-CC03058909C1}" type="pres">
      <dgm:prSet presAssocID="{BB75D1C6-2E9B-43ED-813E-1413D6360519}" presName="rootConnector" presStyleLbl="node2" presStyleIdx="3" presStyleCnt="10"/>
      <dgm:spPr bwMode="auto"/>
    </dgm:pt>
    <dgm:pt modelId="{FAF15C34-E68B-4B97-A66C-2622EAEF0052}" type="pres">
      <dgm:prSet presAssocID="{BB75D1C6-2E9B-43ED-813E-1413D6360519}" presName="hierChild4" presStyleCnt="0"/>
      <dgm:spPr bwMode="auto"/>
    </dgm:pt>
    <dgm:pt modelId="{D51DA9D3-07AD-4D1F-8960-7C78FC3870E8}" type="pres">
      <dgm:prSet presAssocID="{BB75D1C6-2E9B-43ED-813E-1413D6360519}" presName="hierChild5" presStyleCnt="0"/>
      <dgm:spPr bwMode="auto"/>
    </dgm:pt>
    <dgm:pt modelId="{EF5A963C-DC04-4FF2-B604-A2E411985A11}" type="pres">
      <dgm:prSet presAssocID="{323EDF3D-A8C1-40D4-BE56-5E3C6AAAF3D7}" presName="Name37" presStyleLbl="parChTrans1D2" presStyleIdx="4" presStyleCnt="10"/>
      <dgm:spPr bwMode="auto"/>
    </dgm:pt>
    <dgm:pt modelId="{88DD0285-5819-4676-AB9A-048B986D2516}" type="pres">
      <dgm:prSet presAssocID="{9D5AD33B-5402-4B59-AF58-B49207AA488D}" presName="hierRoot2" presStyleCnt="0">
        <dgm:presLayoutVars>
          <dgm:hierBranch val="init"/>
        </dgm:presLayoutVars>
      </dgm:prSet>
      <dgm:spPr bwMode="auto"/>
    </dgm:pt>
    <dgm:pt modelId="{32B31E11-32A8-49AB-88FC-9B8657AABE0E}" type="pres">
      <dgm:prSet presAssocID="{9D5AD33B-5402-4B59-AF58-B49207AA488D}" presName="rootComposite" presStyleCnt="0"/>
      <dgm:spPr bwMode="auto"/>
    </dgm:pt>
    <dgm:pt modelId="{7BEE85D5-2193-4E04-821E-A0779EA2E476}" type="pres">
      <dgm:prSet presAssocID="{9D5AD33B-5402-4B59-AF58-B49207AA488D}" presName="rootText" presStyleLbl="node2" presStyleIdx="4" presStyleCnt="10">
        <dgm:presLayoutVars>
          <dgm:chPref val="3"/>
        </dgm:presLayoutVars>
      </dgm:prSet>
      <dgm:spPr bwMode="auto"/>
    </dgm:pt>
    <dgm:pt modelId="{8FCB9ACC-380A-453B-9BDD-4F0800287361}" type="pres">
      <dgm:prSet presAssocID="{9D5AD33B-5402-4B59-AF58-B49207AA488D}" presName="rootConnector" presStyleLbl="node2" presStyleIdx="4" presStyleCnt="10"/>
      <dgm:spPr bwMode="auto"/>
    </dgm:pt>
    <dgm:pt modelId="{217888E3-934C-4A8C-89D3-6B0359C7D602}" type="pres">
      <dgm:prSet presAssocID="{9D5AD33B-5402-4B59-AF58-B49207AA488D}" presName="hierChild4" presStyleCnt="0"/>
      <dgm:spPr bwMode="auto"/>
    </dgm:pt>
    <dgm:pt modelId="{4A541C1A-B24D-4095-A5B1-B68BB8F34052}" type="pres">
      <dgm:prSet presAssocID="{9D5AD33B-5402-4B59-AF58-B49207AA488D}" presName="hierChild5" presStyleCnt="0"/>
      <dgm:spPr bwMode="auto"/>
    </dgm:pt>
    <dgm:pt modelId="{E1FA4FD6-3F29-4B7F-8F2D-4D7B74575DE6}" type="pres">
      <dgm:prSet presAssocID="{F415932B-D073-4937-8AA0-5BA813D73EEA}" presName="hierChild3" presStyleCnt="0"/>
      <dgm:spPr bwMode="auto"/>
    </dgm:pt>
    <dgm:pt modelId="{1C69874B-F278-437D-B18F-A8D791467722}" type="pres">
      <dgm:prSet presAssocID="{1AE1C148-950B-41CC-B105-AD99A759BA14}" presName="hierRoot1" presStyleCnt="0">
        <dgm:presLayoutVars>
          <dgm:hierBranch val="init"/>
        </dgm:presLayoutVars>
      </dgm:prSet>
      <dgm:spPr bwMode="auto"/>
    </dgm:pt>
    <dgm:pt modelId="{2E40FD0E-42B0-496E-B177-037B49BA5612}" type="pres">
      <dgm:prSet presAssocID="{1AE1C148-950B-41CC-B105-AD99A759BA14}" presName="rootComposite1" presStyleCnt="0"/>
      <dgm:spPr bwMode="auto"/>
    </dgm:pt>
    <dgm:pt modelId="{AAD1FB7E-E90E-4B12-AA02-30981C363045}" type="pres">
      <dgm:prSet presAssocID="{1AE1C148-950B-41CC-B105-AD99A759BA14}" presName="rootText1" presStyleLbl="node0" presStyleIdx="2" presStyleCnt="3">
        <dgm:presLayoutVars>
          <dgm:chPref val="3"/>
        </dgm:presLayoutVars>
      </dgm:prSet>
      <dgm:spPr bwMode="auto"/>
    </dgm:pt>
    <dgm:pt modelId="{E9D91431-012B-477A-9387-6F606066A7EF}" type="pres">
      <dgm:prSet presAssocID="{1AE1C148-950B-41CC-B105-AD99A759BA14}" presName="rootConnector1" presStyleLbl="node1" presStyleIdx="0" presStyleCnt="0"/>
      <dgm:spPr bwMode="auto"/>
    </dgm:pt>
    <dgm:pt modelId="{F702266E-FB61-421F-8AD8-D2A522B46075}" type="pres">
      <dgm:prSet presAssocID="{1AE1C148-950B-41CC-B105-AD99A759BA14}" presName="hierChild2" presStyleCnt="0"/>
      <dgm:spPr bwMode="auto"/>
    </dgm:pt>
    <dgm:pt modelId="{9B96B1BE-F1B9-4FAF-AF5E-528EDD695858}" type="pres">
      <dgm:prSet presAssocID="{982044FA-3A07-429F-8052-927199832DDC}" presName="Name37" presStyleLbl="parChTrans1D2" presStyleIdx="5" presStyleCnt="10"/>
      <dgm:spPr bwMode="auto"/>
    </dgm:pt>
    <dgm:pt modelId="{B3DEE693-2F91-4094-8049-A55271828732}" type="pres">
      <dgm:prSet presAssocID="{6B904F0C-F1BB-4C6A-92A1-97B7D35EDAE1}" presName="hierRoot2" presStyleCnt="0">
        <dgm:presLayoutVars>
          <dgm:hierBranch val="init"/>
        </dgm:presLayoutVars>
      </dgm:prSet>
      <dgm:spPr bwMode="auto"/>
    </dgm:pt>
    <dgm:pt modelId="{59BD8477-869C-4F1A-8F05-84875727524F}" type="pres">
      <dgm:prSet presAssocID="{6B904F0C-F1BB-4C6A-92A1-97B7D35EDAE1}" presName="rootComposite" presStyleCnt="0"/>
      <dgm:spPr bwMode="auto"/>
    </dgm:pt>
    <dgm:pt modelId="{187A1460-A710-40DB-954C-BC7A2322212D}" type="pres">
      <dgm:prSet presAssocID="{6B904F0C-F1BB-4C6A-92A1-97B7D35EDAE1}" presName="rootText" presStyleLbl="node2" presStyleIdx="5" presStyleCnt="10">
        <dgm:presLayoutVars>
          <dgm:chPref val="3"/>
        </dgm:presLayoutVars>
      </dgm:prSet>
      <dgm:spPr bwMode="auto"/>
    </dgm:pt>
    <dgm:pt modelId="{AACE7ADD-7178-4A17-9643-433062F595F1}" type="pres">
      <dgm:prSet presAssocID="{6B904F0C-F1BB-4C6A-92A1-97B7D35EDAE1}" presName="rootConnector" presStyleLbl="node2" presStyleIdx="5" presStyleCnt="10"/>
      <dgm:spPr bwMode="auto"/>
    </dgm:pt>
    <dgm:pt modelId="{B357645A-34A9-406B-826D-A1E477EDA0A5}" type="pres">
      <dgm:prSet presAssocID="{6B904F0C-F1BB-4C6A-92A1-97B7D35EDAE1}" presName="hierChild4" presStyleCnt="0"/>
      <dgm:spPr bwMode="auto"/>
    </dgm:pt>
    <dgm:pt modelId="{2254B3F4-09C5-4E1E-9A50-95228160AAAC}" type="pres">
      <dgm:prSet presAssocID="{6B904F0C-F1BB-4C6A-92A1-97B7D35EDAE1}" presName="hierChild5" presStyleCnt="0"/>
      <dgm:spPr bwMode="auto"/>
    </dgm:pt>
    <dgm:pt modelId="{B0168177-0E77-444E-94E8-D8AC022DB2DB}" type="pres">
      <dgm:prSet presAssocID="{772AFF37-FB58-4CED-B067-40461402436D}" presName="Name37" presStyleLbl="parChTrans1D2" presStyleIdx="6" presStyleCnt="10"/>
      <dgm:spPr bwMode="auto"/>
    </dgm:pt>
    <dgm:pt modelId="{F0CF2276-55E5-4789-9C6D-B9FBC03E69D4}" type="pres">
      <dgm:prSet presAssocID="{2F5A69DC-3415-45A6-A65C-684E4449E74D}" presName="hierRoot2" presStyleCnt="0">
        <dgm:presLayoutVars>
          <dgm:hierBranch val="init"/>
        </dgm:presLayoutVars>
      </dgm:prSet>
      <dgm:spPr bwMode="auto"/>
    </dgm:pt>
    <dgm:pt modelId="{DB8AD269-15C0-4477-8763-6843E6720C0D}" type="pres">
      <dgm:prSet presAssocID="{2F5A69DC-3415-45A6-A65C-684E4449E74D}" presName="rootComposite" presStyleCnt="0"/>
      <dgm:spPr bwMode="auto"/>
    </dgm:pt>
    <dgm:pt modelId="{05B2A1C7-B7BE-4170-BD0E-B65222AB98C9}" type="pres">
      <dgm:prSet presAssocID="{2F5A69DC-3415-45A6-A65C-684E4449E74D}" presName="rootText" presStyleLbl="node2" presStyleIdx="6" presStyleCnt="10">
        <dgm:presLayoutVars>
          <dgm:chPref val="3"/>
        </dgm:presLayoutVars>
      </dgm:prSet>
      <dgm:spPr bwMode="auto"/>
    </dgm:pt>
    <dgm:pt modelId="{AA53F1EA-18F9-47F8-B857-80F59B9230B6}" type="pres">
      <dgm:prSet presAssocID="{2F5A69DC-3415-45A6-A65C-684E4449E74D}" presName="rootConnector" presStyleLbl="node2" presStyleIdx="6" presStyleCnt="10"/>
      <dgm:spPr bwMode="auto"/>
    </dgm:pt>
    <dgm:pt modelId="{3D072CCC-408E-4307-80C7-E3B188D93B95}" type="pres">
      <dgm:prSet presAssocID="{2F5A69DC-3415-45A6-A65C-684E4449E74D}" presName="hierChild4" presStyleCnt="0"/>
      <dgm:spPr bwMode="auto"/>
    </dgm:pt>
    <dgm:pt modelId="{45582708-2B59-4853-94C2-67F35E731348}" type="pres">
      <dgm:prSet presAssocID="{2F5A69DC-3415-45A6-A65C-684E4449E74D}" presName="hierChild5" presStyleCnt="0"/>
      <dgm:spPr bwMode="auto"/>
    </dgm:pt>
    <dgm:pt modelId="{0FD864AB-5D20-4D24-A458-5EFA47B73725}" type="pres">
      <dgm:prSet presAssocID="{0D707507-D110-4025-9F88-93B281F0C57A}" presName="Name37" presStyleLbl="parChTrans1D2" presStyleIdx="7" presStyleCnt="10"/>
      <dgm:spPr bwMode="auto"/>
    </dgm:pt>
    <dgm:pt modelId="{1BB0589A-3B79-4D82-897E-60FFF7D17AF6}" type="pres">
      <dgm:prSet presAssocID="{3F08F07D-AB3A-4A12-92B8-DBE0E4266422}" presName="hierRoot2" presStyleCnt="0">
        <dgm:presLayoutVars>
          <dgm:hierBranch val="init"/>
        </dgm:presLayoutVars>
      </dgm:prSet>
      <dgm:spPr bwMode="auto"/>
    </dgm:pt>
    <dgm:pt modelId="{66331C70-717B-474B-BB31-362E455BB129}" type="pres">
      <dgm:prSet presAssocID="{3F08F07D-AB3A-4A12-92B8-DBE0E4266422}" presName="rootComposite" presStyleCnt="0"/>
      <dgm:spPr bwMode="auto"/>
    </dgm:pt>
    <dgm:pt modelId="{76F17C4E-E10C-4476-BC5F-311D7B4890D3}" type="pres">
      <dgm:prSet presAssocID="{3F08F07D-AB3A-4A12-92B8-DBE0E4266422}" presName="rootText" presStyleLbl="node2" presStyleIdx="7" presStyleCnt="10">
        <dgm:presLayoutVars>
          <dgm:chPref val="3"/>
        </dgm:presLayoutVars>
      </dgm:prSet>
      <dgm:spPr bwMode="auto"/>
    </dgm:pt>
    <dgm:pt modelId="{42B7F5A4-0A84-4F02-AE35-8A887A4164B9}" type="pres">
      <dgm:prSet presAssocID="{3F08F07D-AB3A-4A12-92B8-DBE0E4266422}" presName="rootConnector" presStyleLbl="node2" presStyleIdx="7" presStyleCnt="10"/>
      <dgm:spPr bwMode="auto"/>
    </dgm:pt>
    <dgm:pt modelId="{CF898698-913F-4C24-BB6D-E284399D7C81}" type="pres">
      <dgm:prSet presAssocID="{3F08F07D-AB3A-4A12-92B8-DBE0E4266422}" presName="hierChild4" presStyleCnt="0"/>
      <dgm:spPr bwMode="auto"/>
    </dgm:pt>
    <dgm:pt modelId="{1C4F4575-E337-4736-A839-57E561C5ED10}" type="pres">
      <dgm:prSet presAssocID="{3F08F07D-AB3A-4A12-92B8-DBE0E4266422}" presName="hierChild5" presStyleCnt="0"/>
      <dgm:spPr bwMode="auto"/>
    </dgm:pt>
    <dgm:pt modelId="{3B438AA3-8402-475F-B2ED-96025C0A6A5D}" type="pres">
      <dgm:prSet presAssocID="{27824C51-9BF9-4FF4-8F58-7BF3577C4EA8}" presName="Name37" presStyleLbl="parChTrans1D2" presStyleIdx="8" presStyleCnt="10"/>
      <dgm:spPr bwMode="auto"/>
    </dgm:pt>
    <dgm:pt modelId="{18776CEB-0896-485B-9F70-DA90568A0DF2}" type="pres">
      <dgm:prSet presAssocID="{183296F9-D060-44CD-95DB-CE5B49C86896}" presName="hierRoot2" presStyleCnt="0">
        <dgm:presLayoutVars>
          <dgm:hierBranch val="init"/>
        </dgm:presLayoutVars>
      </dgm:prSet>
      <dgm:spPr bwMode="auto"/>
    </dgm:pt>
    <dgm:pt modelId="{EB6A255D-2807-4C74-ABED-527E62416C52}" type="pres">
      <dgm:prSet presAssocID="{183296F9-D060-44CD-95DB-CE5B49C86896}" presName="rootComposite" presStyleCnt="0"/>
      <dgm:spPr bwMode="auto"/>
    </dgm:pt>
    <dgm:pt modelId="{437F09A6-4B82-40BD-A474-1D114E62EB1C}" type="pres">
      <dgm:prSet presAssocID="{183296F9-D060-44CD-95DB-CE5B49C86896}" presName="rootText" presStyleLbl="node2" presStyleIdx="8" presStyleCnt="10">
        <dgm:presLayoutVars>
          <dgm:chPref val="3"/>
        </dgm:presLayoutVars>
      </dgm:prSet>
      <dgm:spPr bwMode="auto"/>
    </dgm:pt>
    <dgm:pt modelId="{32DA8E2D-B016-4BF2-A1EA-A581E9357CBA}" type="pres">
      <dgm:prSet presAssocID="{183296F9-D060-44CD-95DB-CE5B49C86896}" presName="rootConnector" presStyleLbl="node2" presStyleIdx="8" presStyleCnt="10"/>
      <dgm:spPr bwMode="auto"/>
    </dgm:pt>
    <dgm:pt modelId="{0F7E88D6-EC04-4E5A-A655-F10C1992F010}" type="pres">
      <dgm:prSet presAssocID="{183296F9-D060-44CD-95DB-CE5B49C86896}" presName="hierChild4" presStyleCnt="0"/>
      <dgm:spPr bwMode="auto"/>
    </dgm:pt>
    <dgm:pt modelId="{DC7B6BD6-A06B-4BB7-B3FD-9D76CB9D1B2B}" type="pres">
      <dgm:prSet presAssocID="{183296F9-D060-44CD-95DB-CE5B49C86896}" presName="hierChild5" presStyleCnt="0"/>
      <dgm:spPr bwMode="auto"/>
    </dgm:pt>
    <dgm:pt modelId="{1494D0C8-756F-4A53-A488-0578F4E9307C}" type="pres">
      <dgm:prSet presAssocID="{7AFE2FF5-1560-46D3-8FE5-BAEA2D96BC95}" presName="Name37" presStyleLbl="parChTrans1D2" presStyleIdx="9" presStyleCnt="10"/>
      <dgm:spPr bwMode="auto"/>
    </dgm:pt>
    <dgm:pt modelId="{E53AF3A6-A092-4145-8B5A-FA040EF4E078}" type="pres">
      <dgm:prSet presAssocID="{B40BDDF8-F51A-4B87-BF82-80F44401D1AD}" presName="hierRoot2" presStyleCnt="0">
        <dgm:presLayoutVars>
          <dgm:hierBranch val="init"/>
        </dgm:presLayoutVars>
      </dgm:prSet>
      <dgm:spPr bwMode="auto"/>
    </dgm:pt>
    <dgm:pt modelId="{15B5191F-F60B-4773-8591-161F2FC8DB95}" type="pres">
      <dgm:prSet presAssocID="{B40BDDF8-F51A-4B87-BF82-80F44401D1AD}" presName="rootComposite" presStyleCnt="0"/>
      <dgm:spPr bwMode="auto"/>
    </dgm:pt>
    <dgm:pt modelId="{EF9F97C3-F88F-4485-9533-C2CBC0145707}" type="pres">
      <dgm:prSet presAssocID="{B40BDDF8-F51A-4B87-BF82-80F44401D1AD}" presName="rootText" presStyleLbl="node2" presStyleIdx="9" presStyleCnt="10">
        <dgm:presLayoutVars>
          <dgm:chPref val="3"/>
        </dgm:presLayoutVars>
      </dgm:prSet>
      <dgm:spPr bwMode="auto"/>
    </dgm:pt>
    <dgm:pt modelId="{EFED3B7C-80D6-4AEF-8A06-C194B555BCF8}" type="pres">
      <dgm:prSet presAssocID="{B40BDDF8-F51A-4B87-BF82-80F44401D1AD}" presName="rootConnector" presStyleLbl="node2" presStyleIdx="9" presStyleCnt="10"/>
      <dgm:spPr bwMode="auto"/>
    </dgm:pt>
    <dgm:pt modelId="{6081A6A7-6A70-4DD4-82C7-0F09352E9F7B}" type="pres">
      <dgm:prSet presAssocID="{B40BDDF8-F51A-4B87-BF82-80F44401D1AD}" presName="hierChild4" presStyleCnt="0"/>
      <dgm:spPr bwMode="auto"/>
    </dgm:pt>
    <dgm:pt modelId="{1030E462-6040-4E7D-94B0-CE4D24B6B873}" type="pres">
      <dgm:prSet presAssocID="{B40BDDF8-F51A-4B87-BF82-80F44401D1AD}" presName="hierChild5" presStyleCnt="0"/>
      <dgm:spPr bwMode="auto"/>
    </dgm:pt>
    <dgm:pt modelId="{E63CC46A-5D4C-41AF-9287-2756237A2623}" type="pres">
      <dgm:prSet presAssocID="{1AE1C148-950B-41CC-B105-AD99A759BA14}" presName="hierChild3" presStyleCnt="0"/>
      <dgm:spPr bwMode="auto"/>
    </dgm:pt>
  </dgm:ptLst>
  <dgm:cxnLst>
    <dgm:cxn modelId="{535BA80F-D66E-462B-AA6C-98586A775B3B}" type="presOf" srcId="{4446351D-8B46-4277-9493-8E9642357EDD}" destId="{7FEE1E6F-C5EE-45DA-86BB-C8D1A23FCAAC}" srcOrd="0" destOrd="0" presId="urn:microsoft.com/office/officeart/2005/8/layout/orgChart1"/>
    <dgm:cxn modelId="{9EA70615-3328-489A-A132-30F5FFBC18F9}" type="parOf" srcId="{4446351D-8B46-4277-9493-8E9642357EDD}" destId="{F415932B-D073-4937-8AA0-5BA813D73EEA}" srcOrd="1" destOrd="0" parTransId="{CA2708F5-B30C-44CF-A8C5-EC9F23F6E6BB}" sibTransId="{2ECEADC9-3D53-4F14-ABBE-16CB87C1E1C5}"/>
    <dgm:cxn modelId="{7BB2FA17-586E-488E-89E8-FD7874A0315B}" type="presOf" srcId="{6B904F0C-F1BB-4C6A-92A1-97B7D35EDAE1}" destId="{187A1460-A710-40DB-954C-BC7A2322212D}" srcOrd="0" destOrd="0" presId="urn:microsoft.com/office/officeart/2005/8/layout/orgChart1"/>
    <dgm:cxn modelId="{79A5E01B-4A92-490A-800E-BF34FF9EBD67}" type="parOf" srcId="{1AE1C148-950B-41CC-B105-AD99A759BA14}" destId="{2F5A69DC-3415-45A6-A65C-684E4449E74D}" srcOrd="1" destOrd="0" parTransId="{772AFF37-FB58-4CED-B067-40461402436D}" sibTransId="{DBC27D2F-D926-48D8-83FD-D68BD9FC3432}"/>
    <dgm:cxn modelId="{20023026-2F81-4CF3-ACAB-D212B67B185F}" type="presOf" srcId="{F7BB8050-49A2-4DEB-92C7-6583B9720EA8}" destId="{F5DE8650-DBCA-4CC6-A2B6-CC45A162A3A8}" srcOrd="0" destOrd="0" presId="urn:microsoft.com/office/officeart/2005/8/layout/orgChart1"/>
    <dgm:cxn modelId="{F9D19337-C201-4280-A76A-9E54CA68A427}" type="parOf" srcId="{F415932B-D073-4937-8AA0-5BA813D73EEA}" destId="{F7BB8050-49A2-4DEB-92C7-6583B9720EA8}" srcOrd="0" destOrd="0" parTransId="{8F38BB46-0394-48A0-B0EA-F980B3545A33}" sibTransId="{B166D629-9708-4783-9295-694F649899DE}"/>
    <dgm:cxn modelId="{CDC9733E-6AE0-4689-BB5A-3A95CC73CB99}" type="presOf" srcId="{BB75D1C6-2E9B-43ED-813E-1413D6360519}" destId="{EC699EB6-EBE7-40FE-B20C-7A40518ADFA8}" srcOrd="0" destOrd="0" presId="urn:microsoft.com/office/officeart/2005/8/layout/orgChart1"/>
    <dgm:cxn modelId="{BC19505E-6AB5-43CA-BD40-9BF278F89E93}" type="parOf" srcId="{F415932B-D073-4937-8AA0-5BA813D73EEA}" destId="{2582A34B-0E15-4F30-9B27-2A2BFB62F78A}" srcOrd="1" destOrd="0" parTransId="{69F81CFF-FF5E-4B6C-BC8E-92813C961D80}" sibTransId="{699B19BB-7D90-4E7C-96FE-C8524055E221}"/>
    <dgm:cxn modelId="{2BA5D061-B92E-487B-BE2C-3A2D8B7A4B39}" type="parOf" srcId="{F415932B-D073-4937-8AA0-5BA813D73EEA}" destId="{9FDA2247-27A0-42F0-8526-1F4CC849545E}" srcOrd="2" destOrd="0" parTransId="{15DB80EF-05FC-4436-ADE8-EC3D3F3F0867}" sibTransId="{575A1F32-535C-4EC0-BA18-25EE0214C18F}"/>
    <dgm:cxn modelId="{DC7CDC6B-88B2-43CC-80C7-50D76544B945}" type="parOf" srcId="{1AE1C148-950B-41CC-B105-AD99A759BA14}" destId="{B40BDDF8-F51A-4B87-BF82-80F44401D1AD}" srcOrd="4" destOrd="0" parTransId="{7AFE2FF5-1560-46D3-8FE5-BAEA2D96BC95}" sibTransId="{B31D1817-D7B7-48EC-8B73-13039C499A58}"/>
    <dgm:cxn modelId="{328A9750-6AAE-4E82-8CDB-08F5A0DA8674}" type="parOf" srcId="{1AE1C148-950B-41CC-B105-AD99A759BA14}" destId="{6B904F0C-F1BB-4C6A-92A1-97B7D35EDAE1}" srcOrd="0" destOrd="0" parTransId="{982044FA-3A07-429F-8052-927199832DDC}" sibTransId="{B8B8674A-0BBB-4FD0-A481-30E78FDD5BE3}"/>
    <dgm:cxn modelId="{8DAE8C71-2C6A-4DC6-A611-9C4C6E413B12}" type="presOf" srcId="{323EDF3D-A8C1-40D4-BE56-5E3C6AAAF3D7}" destId="{EF5A963C-DC04-4FF2-B604-A2E411985A11}" srcOrd="0" destOrd="0" presId="urn:microsoft.com/office/officeart/2005/8/layout/orgChart1"/>
    <dgm:cxn modelId="{BB296055-6ABA-4C28-93C0-559CDD0B3D79}" type="presOf" srcId="{8F38BB46-0394-48A0-B0EA-F980B3545A33}" destId="{3783EA83-BAAD-46B3-8AD4-8C25030A5A59}" srcOrd="0" destOrd="0" presId="urn:microsoft.com/office/officeart/2005/8/layout/orgChart1"/>
    <dgm:cxn modelId="{2557AC76-CEF6-4A5A-95A8-87B0FE9FC017}" type="presOf" srcId="{183296F9-D060-44CD-95DB-CE5B49C86896}" destId="{437F09A6-4B82-40BD-A474-1D114E62EB1C}" srcOrd="0" destOrd="0" presId="urn:microsoft.com/office/officeart/2005/8/layout/orgChart1"/>
    <dgm:cxn modelId="{174B9D7F-5FF5-41BA-9E13-1B14B13D2993}" type="presOf" srcId="{9FDA2247-27A0-42F0-8526-1F4CC849545E}" destId="{3BFBD594-0501-44F7-84F6-5B4D789CA534}" srcOrd="0" destOrd="0" presId="urn:microsoft.com/office/officeart/2005/8/layout/orgChart1"/>
    <dgm:cxn modelId="{CE1CED80-7AD8-4E81-A362-88EF6634ECF9}" type="presOf" srcId="{27824C51-9BF9-4FF4-8F58-7BF3577C4EA8}" destId="{3B438AA3-8402-475F-B2ED-96025C0A6A5D}" srcOrd="0" destOrd="0" presId="urn:microsoft.com/office/officeart/2005/8/layout/orgChart1"/>
    <dgm:cxn modelId="{F22C4081-5D90-4DEB-844B-C0327B11A6BE}" type="parOf" srcId="{F415932B-D073-4937-8AA0-5BA813D73EEA}" destId="{BB75D1C6-2E9B-43ED-813E-1413D6360519}" srcOrd="3" destOrd="0" parTransId="{7669D3EA-FC09-419B-83A3-FECCAC5673C1}" sibTransId="{ED3ABA09-814D-4246-A18F-98F633895E37}"/>
    <dgm:cxn modelId="{74EA7582-FC5B-49D6-8F52-3259618C933C}" type="presOf" srcId="{7669D3EA-FC09-419B-83A3-FECCAC5673C1}" destId="{B0ED4621-4A66-44F1-AF53-8012A65F9B04}" srcOrd="0" destOrd="0" presId="urn:microsoft.com/office/officeart/2005/8/layout/orgChart1"/>
    <dgm:cxn modelId="{FDECF886-5AA8-4AE7-AFC1-767E2C291A64}" type="presOf" srcId="{2582A34B-0E15-4F30-9B27-2A2BFB62F78A}" destId="{6C35DF78-BC38-4794-9C71-2A5339915004}" srcOrd="0" destOrd="0" presId="urn:microsoft.com/office/officeart/2005/8/layout/orgChart1"/>
    <dgm:cxn modelId="{1C81AE98-869F-4AB5-9B1F-EBDD027BF75C}" type="presOf" srcId="{F415932B-D073-4937-8AA0-5BA813D73EEA}" destId="{76B47694-B0BC-40C3-8EBD-1A9541D401F7}" srcOrd="0" destOrd="0" presId="urn:microsoft.com/office/officeart/2005/8/layout/orgChart1"/>
    <dgm:cxn modelId="{3839F5AF-94E4-4626-A0F9-00F3334A72E4}" type="presOf" srcId="{6B9C79C9-40AC-455F-A9A5-4D950AEE9DFD}" destId="{BEE79FA9-3684-460D-A4D7-BB970B868C8B}" srcOrd="0" destOrd="0" presId="urn:microsoft.com/office/officeart/2005/8/layout/orgChart1"/>
    <dgm:cxn modelId="{508DA6B6-F71B-4325-8144-6FF4257D7A1A}" type="presOf" srcId="{2F5A69DC-3415-45A6-A65C-684E4449E74D}" destId="{05B2A1C7-B7BE-4170-BD0E-B65222AB98C9}" srcOrd="0" destOrd="0" presId="urn:microsoft.com/office/officeart/2005/8/layout/orgChart1"/>
    <dgm:cxn modelId="{FD90F3B7-DB2C-40A3-BCD1-6D031A745C92}" type="parOf" srcId="{1AE1C148-950B-41CC-B105-AD99A759BA14}" destId="{3F08F07D-AB3A-4A12-92B8-DBE0E4266422}" srcOrd="2" destOrd="0" parTransId="{0D707507-D110-4025-9F88-93B281F0C57A}" sibTransId="{DFF7B50B-DC65-45CA-92A8-6E395184A62E}"/>
    <dgm:cxn modelId="{AC4D02BA-FD8D-460B-8244-20EDAE0B7D1F}" type="presOf" srcId="{772AFF37-FB58-4CED-B067-40461402436D}" destId="{B0168177-0E77-444E-94E8-D8AC022DB2DB}" srcOrd="0" destOrd="0" presId="urn:microsoft.com/office/officeart/2005/8/layout/orgChart1"/>
    <dgm:cxn modelId="{6D8BC6BD-C179-4EB7-8D6C-3B8A6667179B}" type="presOf" srcId="{7AFE2FF5-1560-46D3-8FE5-BAEA2D96BC95}" destId="{1494D0C8-756F-4A53-A488-0578F4E9307C}" srcOrd="0" destOrd="0" presId="urn:microsoft.com/office/officeart/2005/8/layout/orgChart1"/>
    <dgm:cxn modelId="{12D376BE-7FE3-409E-98F9-675AF877B397}" type="presOf" srcId="{0D707507-D110-4025-9F88-93B281F0C57A}" destId="{0FD864AB-5D20-4D24-A458-5EFA47B73725}" srcOrd="0" destOrd="0" presId="urn:microsoft.com/office/officeart/2005/8/layout/orgChart1"/>
    <dgm:cxn modelId="{9FB8FAC0-F9E7-4923-BEA9-399EAE66F977}" type="presOf" srcId="{1AE1C148-950B-41CC-B105-AD99A759BA14}" destId="{AAD1FB7E-E90E-4B12-AA02-30981C363045}" srcOrd="0" destOrd="0" presId="urn:microsoft.com/office/officeart/2005/8/layout/orgChart1"/>
    <dgm:cxn modelId="{4FEDC6C1-FFBD-4542-B146-68873A8854B4}" type="presOf" srcId="{3F08F07D-AB3A-4A12-92B8-DBE0E4266422}" destId="{76F17C4E-E10C-4476-BC5F-311D7B4890D3}" srcOrd="0" destOrd="0" presId="urn:microsoft.com/office/officeart/2005/8/layout/orgChart1"/>
    <dgm:cxn modelId="{E79473C9-A919-44A9-82C8-2848CA3FE50E}" type="parOf" srcId="{F415932B-D073-4937-8AA0-5BA813D73EEA}" destId="{9D5AD33B-5402-4B59-AF58-B49207AA488D}" srcOrd="4" destOrd="0" parTransId="{323EDF3D-A8C1-40D4-BE56-5E3C6AAAF3D7}" sibTransId="{6B1199B0-FFE3-445B-98E9-F3F6330150C3}"/>
    <dgm:cxn modelId="{1D8840CF-9DAC-438C-815C-856ADF889D5F}" type="presOf" srcId="{69F81CFF-FF5E-4B6C-BC8E-92813C961D80}" destId="{3C508E5A-8C3C-42EE-906A-A0677210964E}" srcOrd="0" destOrd="0" presId="urn:microsoft.com/office/officeart/2005/8/layout/orgChart1"/>
    <dgm:cxn modelId="{649648D4-B1EE-4E17-A80C-800C50AE83BB}" type="presOf" srcId="{15DB80EF-05FC-4436-ADE8-EC3D3F3F0867}" destId="{C204E320-2249-4866-916B-B12760617741}" srcOrd="0" destOrd="0" presId="urn:microsoft.com/office/officeart/2005/8/layout/orgChart1"/>
    <dgm:cxn modelId="{BE9C1DE1-725A-49AB-ABF1-D381B1EA0DDA}" type="presOf" srcId="{9D5AD33B-5402-4B59-AF58-B49207AA488D}" destId="{7BEE85D5-2193-4E04-821E-A0779EA2E476}" srcOrd="0" destOrd="0" presId="urn:microsoft.com/office/officeart/2005/8/layout/orgChart1"/>
    <dgm:cxn modelId="{CC201FE5-AEC7-47A8-AA74-4E5F4666F71B}" type="parOf" srcId="{4446351D-8B46-4277-9493-8E9642357EDD}" destId="{1AE1C148-950B-41CC-B105-AD99A759BA14}" srcOrd="2" destOrd="0" parTransId="{63E77CD6-F8FC-4166-88AF-7B1AAA79B65A}" sibTransId="{CA35EBE3-53FC-4100-B1B2-5646F8B3BF06}"/>
    <dgm:cxn modelId="{C4C77AED-B539-489B-9EAE-FDF930A9777A}" type="presOf" srcId="{B40BDDF8-F51A-4B87-BF82-80F44401D1AD}" destId="{EF9F97C3-F88F-4485-9533-C2CBC0145707}" srcOrd="0" destOrd="0" presId="urn:microsoft.com/office/officeart/2005/8/layout/orgChart1"/>
    <dgm:cxn modelId="{372389EF-62EA-4B90-9D0A-3C78668E1A5D}" type="parOf" srcId="{4446351D-8B46-4277-9493-8E9642357EDD}" destId="{6B9C79C9-40AC-455F-A9A5-4D950AEE9DFD}" srcOrd="0" destOrd="0" parTransId="{6A641C4B-6A93-4D17-850B-1B0363AFD532}" sibTransId="{8A1A3DB9-F382-4D74-8C77-A488CA3A69B7}"/>
    <dgm:cxn modelId="{6D94C5F4-92BE-428E-87C5-5175A3074AD0}" type="presOf" srcId="{982044FA-3A07-429F-8052-927199832DDC}" destId="{9B96B1BE-F1B9-4FAF-AF5E-528EDD695858}" srcOrd="0" destOrd="0" presId="urn:microsoft.com/office/officeart/2005/8/layout/orgChart1"/>
    <dgm:cxn modelId="{C18AA2FF-50B3-4075-8D13-D1BE58E969EB}" type="parOf" srcId="{1AE1C148-950B-41CC-B105-AD99A759BA14}" destId="{183296F9-D060-44CD-95DB-CE5B49C86896}" srcOrd="3" destOrd="0" parTransId="{27824C51-9BF9-4FF4-8F58-7BF3577C4EA8}" sibTransId="{CF8554C9-A1EE-4A80-A8BA-B49B6D717723}"/>
    <dgm:cxn modelId="{2A65673D-63FB-4639-B3A7-E3088BF81A79}" type="presParOf" srcId="{7FEE1E6F-C5EE-45DA-86BB-C8D1A23FCAAC}" destId="{C6504633-981C-4188-8118-0F96539F3EE6}" srcOrd="0" destOrd="0" presId="urn:microsoft.com/office/officeart/2005/8/layout/orgChart1"/>
    <dgm:cxn modelId="{90EF9E51-C943-4BDD-9C28-736345FAC689}" type="presParOf" srcId="{C6504633-981C-4188-8118-0F96539F3EE6}" destId="{9E2FC2FA-1415-44AF-B924-02D3E32CFDC7}" srcOrd="0" destOrd="0" presId="urn:microsoft.com/office/officeart/2005/8/layout/orgChart1"/>
    <dgm:cxn modelId="{39D17372-01B4-4DE8-AB2B-9BC76C5EACF1}" type="presParOf" srcId="{9E2FC2FA-1415-44AF-B924-02D3E32CFDC7}" destId="{BEE79FA9-3684-460D-A4D7-BB970B868C8B}" srcOrd="0" destOrd="0" presId="urn:microsoft.com/office/officeart/2005/8/layout/orgChart1"/>
    <dgm:cxn modelId="{DF98F2BF-61A6-42E5-88B0-292C4E65D928}" type="presParOf" srcId="{9E2FC2FA-1415-44AF-B924-02D3E32CFDC7}" destId="{7F56606C-0022-4B5E-AB17-6BC86C46B4C4}" srcOrd="1" destOrd="0" presId="urn:microsoft.com/office/officeart/2005/8/layout/orgChart1"/>
    <dgm:cxn modelId="{C4DD6F47-D738-4C0B-B24D-BA3A6A508A14}" type="presParOf" srcId="{C6504633-981C-4188-8118-0F96539F3EE6}" destId="{116A9F20-97C5-4131-82F0-8C444645C66F}" srcOrd="1" destOrd="0" presId="urn:microsoft.com/office/officeart/2005/8/layout/orgChart1"/>
    <dgm:cxn modelId="{88521048-C20B-47C1-BBF0-7E9686F180A7}" type="presParOf" srcId="{C6504633-981C-4188-8118-0F96539F3EE6}" destId="{5E13F07C-2210-430F-AEED-447520872D89}" srcOrd="2" destOrd="0" presId="urn:microsoft.com/office/officeart/2005/8/layout/orgChart1"/>
    <dgm:cxn modelId="{32AAAD69-17D3-4CC1-A5EB-2846DC282751}" type="presParOf" srcId="{7FEE1E6F-C5EE-45DA-86BB-C8D1A23FCAAC}" destId="{8E597802-6BBD-4882-9FF0-2D8A116745AC}" srcOrd="1" destOrd="0" presId="urn:microsoft.com/office/officeart/2005/8/layout/orgChart1"/>
    <dgm:cxn modelId="{EF925B95-A7A5-42B8-A94F-9B1032C2D635}" type="presParOf" srcId="{8E597802-6BBD-4882-9FF0-2D8A116745AC}" destId="{EB0C6B67-743D-47F9-996C-FD2231F5CE88}" srcOrd="0" destOrd="0" presId="urn:microsoft.com/office/officeart/2005/8/layout/orgChart1"/>
    <dgm:cxn modelId="{83F84CFB-E68C-4238-8245-36B5D97B6548}" type="presParOf" srcId="{EB0C6B67-743D-47F9-996C-FD2231F5CE88}" destId="{76B47694-B0BC-40C3-8EBD-1A9541D401F7}" srcOrd="0" destOrd="0" presId="urn:microsoft.com/office/officeart/2005/8/layout/orgChart1"/>
    <dgm:cxn modelId="{4AB38ECD-31CB-4620-B7DD-9134E83D4B79}" type="presParOf" srcId="{EB0C6B67-743D-47F9-996C-FD2231F5CE88}" destId="{BD6D633F-7AB3-4ED1-91D0-0841C1F3E36B}" srcOrd="1" destOrd="0" presId="urn:microsoft.com/office/officeart/2005/8/layout/orgChart1"/>
    <dgm:cxn modelId="{66BADCBC-A180-404D-9899-3548BFCD9D2A}" type="presParOf" srcId="{8E597802-6BBD-4882-9FF0-2D8A116745AC}" destId="{C348C80D-B7F7-4964-AE2E-D190C970F7DC}" srcOrd="1" destOrd="0" presId="urn:microsoft.com/office/officeart/2005/8/layout/orgChart1"/>
    <dgm:cxn modelId="{124F4FF5-4DD0-45CD-B376-20CFB595A581}" type="presParOf" srcId="{C348C80D-B7F7-4964-AE2E-D190C970F7DC}" destId="{3783EA83-BAAD-46B3-8AD4-8C25030A5A59}" srcOrd="0" destOrd="0" presId="urn:microsoft.com/office/officeart/2005/8/layout/orgChart1"/>
    <dgm:cxn modelId="{3D6CAF01-8D70-4160-B44D-3B13748F4DB1}" type="presParOf" srcId="{C348C80D-B7F7-4964-AE2E-D190C970F7DC}" destId="{8A7670B5-B1E6-430F-86DD-B706DD821EF6}" srcOrd="1" destOrd="0" presId="urn:microsoft.com/office/officeart/2005/8/layout/orgChart1"/>
    <dgm:cxn modelId="{A0E31F6C-9726-4562-96C5-F878700AC94A}" type="presParOf" srcId="{8A7670B5-B1E6-430F-86DD-B706DD821EF6}" destId="{0E3FAFB7-76E0-4DED-AA8E-E0DABA3E823F}" srcOrd="0" destOrd="0" presId="urn:microsoft.com/office/officeart/2005/8/layout/orgChart1"/>
    <dgm:cxn modelId="{A797D8E3-E253-45ED-9CFD-42F59662B7EA}" type="presParOf" srcId="{0E3FAFB7-76E0-4DED-AA8E-E0DABA3E823F}" destId="{F5DE8650-DBCA-4CC6-A2B6-CC45A162A3A8}" srcOrd="0" destOrd="0" presId="urn:microsoft.com/office/officeart/2005/8/layout/orgChart1"/>
    <dgm:cxn modelId="{16F35D78-9893-4F27-9079-BFCB5D6CB9DB}" type="presParOf" srcId="{0E3FAFB7-76E0-4DED-AA8E-E0DABA3E823F}" destId="{784C98E6-8243-4B67-88B1-7E7FA327A8F0}" srcOrd="1" destOrd="0" presId="urn:microsoft.com/office/officeart/2005/8/layout/orgChart1"/>
    <dgm:cxn modelId="{96D9C440-5F3D-4D20-849D-DA6F0F61653A}" type="presParOf" srcId="{8A7670B5-B1E6-430F-86DD-B706DD821EF6}" destId="{1D9521CB-31CF-4AA2-B4E4-FFD7FF948054}" srcOrd="1" destOrd="0" presId="urn:microsoft.com/office/officeart/2005/8/layout/orgChart1"/>
    <dgm:cxn modelId="{DCE93284-8FFE-4105-A78B-E7C0DFD14F83}" type="presParOf" srcId="{8A7670B5-B1E6-430F-86DD-B706DD821EF6}" destId="{9B664297-725C-4054-A14C-E08BAC68AEDB}" srcOrd="2" destOrd="0" presId="urn:microsoft.com/office/officeart/2005/8/layout/orgChart1"/>
    <dgm:cxn modelId="{B44DBA7E-E0AE-47E4-88ED-2C51C44A5082}" type="presParOf" srcId="{C348C80D-B7F7-4964-AE2E-D190C970F7DC}" destId="{3C508E5A-8C3C-42EE-906A-A0677210964E}" srcOrd="2" destOrd="0" presId="urn:microsoft.com/office/officeart/2005/8/layout/orgChart1"/>
    <dgm:cxn modelId="{0A61E2AE-1AB3-4816-B776-3975D1828DD0}" type="presParOf" srcId="{C348C80D-B7F7-4964-AE2E-D190C970F7DC}" destId="{A070F0C7-64BA-47FC-B6CC-B1951005EE94}" srcOrd="3" destOrd="0" presId="urn:microsoft.com/office/officeart/2005/8/layout/orgChart1"/>
    <dgm:cxn modelId="{D5139DE9-ED6F-47B1-81D5-EE51BD102590}" type="presParOf" srcId="{A070F0C7-64BA-47FC-B6CC-B1951005EE94}" destId="{9356C1CC-ED05-4FA0-B71E-2D9261C43107}" srcOrd="0" destOrd="0" presId="urn:microsoft.com/office/officeart/2005/8/layout/orgChart1"/>
    <dgm:cxn modelId="{41278D1F-DD03-41E8-9369-BAECE57F123C}" type="presParOf" srcId="{9356C1CC-ED05-4FA0-B71E-2D9261C43107}" destId="{6C35DF78-BC38-4794-9C71-2A5339915004}" srcOrd="0" destOrd="0" presId="urn:microsoft.com/office/officeart/2005/8/layout/orgChart1"/>
    <dgm:cxn modelId="{066DBDFE-114E-490B-980D-0F8DEEF95078}" type="presParOf" srcId="{9356C1CC-ED05-4FA0-B71E-2D9261C43107}" destId="{E3903B09-D713-450F-9EC5-3AC4D1E459AD}" srcOrd="1" destOrd="0" presId="urn:microsoft.com/office/officeart/2005/8/layout/orgChart1"/>
    <dgm:cxn modelId="{7125F794-BDD9-4C06-B7A0-36E6A19CDA77}" type="presParOf" srcId="{A070F0C7-64BA-47FC-B6CC-B1951005EE94}" destId="{1EC5F167-C409-41BA-BF86-FEE7A62010D2}" srcOrd="1" destOrd="0" presId="urn:microsoft.com/office/officeart/2005/8/layout/orgChart1"/>
    <dgm:cxn modelId="{7E6C2DF9-3E13-4FE5-9A6A-F16B983E037B}" type="presParOf" srcId="{A070F0C7-64BA-47FC-B6CC-B1951005EE94}" destId="{5997D3D7-7839-4160-8F01-323BE66B1540}" srcOrd="2" destOrd="0" presId="urn:microsoft.com/office/officeart/2005/8/layout/orgChart1"/>
    <dgm:cxn modelId="{9407721F-EE7D-4370-B5AC-87FECF3BD9A6}" type="presParOf" srcId="{C348C80D-B7F7-4964-AE2E-D190C970F7DC}" destId="{C204E320-2249-4866-916B-B12760617741}" srcOrd="4" destOrd="0" presId="urn:microsoft.com/office/officeart/2005/8/layout/orgChart1"/>
    <dgm:cxn modelId="{AFA1ED58-D5B5-4DB7-A49F-29D2AF358D0B}" type="presParOf" srcId="{C348C80D-B7F7-4964-AE2E-D190C970F7DC}" destId="{AFD25B36-4C02-421B-907F-30E3E5308297}" srcOrd="5" destOrd="0" presId="urn:microsoft.com/office/officeart/2005/8/layout/orgChart1"/>
    <dgm:cxn modelId="{371C221C-884D-4175-AD43-1A1D21C67412}" type="presParOf" srcId="{AFD25B36-4C02-421B-907F-30E3E5308297}" destId="{57D574B4-3E08-4ACC-89C3-F9FD4C40C46C}" srcOrd="0" destOrd="0" presId="urn:microsoft.com/office/officeart/2005/8/layout/orgChart1"/>
    <dgm:cxn modelId="{E69ACEE7-8DA9-4945-8506-08AB59238C09}" type="presParOf" srcId="{57D574B4-3E08-4ACC-89C3-F9FD4C40C46C}" destId="{3BFBD594-0501-44F7-84F6-5B4D789CA534}" srcOrd="0" destOrd="0" presId="urn:microsoft.com/office/officeart/2005/8/layout/orgChart1"/>
    <dgm:cxn modelId="{EFBA5102-A969-4B0F-BE8F-34E9A109A22E}" type="presParOf" srcId="{57D574B4-3E08-4ACC-89C3-F9FD4C40C46C}" destId="{78E7C9E0-571C-4024-9210-E715E3DD3D27}" srcOrd="1" destOrd="0" presId="urn:microsoft.com/office/officeart/2005/8/layout/orgChart1"/>
    <dgm:cxn modelId="{FFA44578-BEE3-4BBD-AE68-2C8B82CF298B}" type="presParOf" srcId="{AFD25B36-4C02-421B-907F-30E3E5308297}" destId="{6DA3D933-16F8-4C05-B438-040E6ABC0FE3}" srcOrd="1" destOrd="0" presId="urn:microsoft.com/office/officeart/2005/8/layout/orgChart1"/>
    <dgm:cxn modelId="{595FD5B1-9551-4B0F-95A0-84F1DE15FA64}" type="presParOf" srcId="{AFD25B36-4C02-421B-907F-30E3E5308297}" destId="{C9F4894F-7D49-43AB-BDA8-311C80A8C83D}" srcOrd="2" destOrd="0" presId="urn:microsoft.com/office/officeart/2005/8/layout/orgChart1"/>
    <dgm:cxn modelId="{C9BB4825-B32D-467E-8E00-84F2D5F6DD9F}" type="presParOf" srcId="{C348C80D-B7F7-4964-AE2E-D190C970F7DC}" destId="{B0ED4621-4A66-44F1-AF53-8012A65F9B04}" srcOrd="6" destOrd="0" presId="urn:microsoft.com/office/officeart/2005/8/layout/orgChart1"/>
    <dgm:cxn modelId="{DABF36F3-AA10-4622-9614-02A0DF8EBCFC}" type="presParOf" srcId="{C348C80D-B7F7-4964-AE2E-D190C970F7DC}" destId="{9E6E900C-D999-4294-8F72-5DFDC3955074}" srcOrd="7" destOrd="0" presId="urn:microsoft.com/office/officeart/2005/8/layout/orgChart1"/>
    <dgm:cxn modelId="{64E2F26E-69C4-4A8A-BDDD-BE4BA2C36ED0}" type="presParOf" srcId="{9E6E900C-D999-4294-8F72-5DFDC3955074}" destId="{5BC22D37-2377-4FCC-9734-1CD6716C921B}" srcOrd="0" destOrd="0" presId="urn:microsoft.com/office/officeart/2005/8/layout/orgChart1"/>
    <dgm:cxn modelId="{1EF35321-A0E7-40CA-99BF-F0DEAE977682}" type="presParOf" srcId="{5BC22D37-2377-4FCC-9734-1CD6716C921B}" destId="{EC699EB6-EBE7-40FE-B20C-7A40518ADFA8}" srcOrd="0" destOrd="0" presId="urn:microsoft.com/office/officeart/2005/8/layout/orgChart1"/>
    <dgm:cxn modelId="{F8E84714-A456-44B8-8647-2C8E25F1FF8B}" type="presParOf" srcId="{5BC22D37-2377-4FCC-9734-1CD6716C921B}" destId="{E2FEACCB-2A22-48A1-9765-CC03058909C1}" srcOrd="1" destOrd="0" presId="urn:microsoft.com/office/officeart/2005/8/layout/orgChart1"/>
    <dgm:cxn modelId="{3D590FC1-3E6E-4D33-A1A3-E409402ED245}" type="presParOf" srcId="{9E6E900C-D999-4294-8F72-5DFDC3955074}" destId="{FAF15C34-E68B-4B97-A66C-2622EAEF0052}" srcOrd="1" destOrd="0" presId="urn:microsoft.com/office/officeart/2005/8/layout/orgChart1"/>
    <dgm:cxn modelId="{7BD75E93-CB23-403B-9924-E5EA69632AE4}" type="presParOf" srcId="{9E6E900C-D999-4294-8F72-5DFDC3955074}" destId="{D51DA9D3-07AD-4D1F-8960-7C78FC3870E8}" srcOrd="2" destOrd="0" presId="urn:microsoft.com/office/officeart/2005/8/layout/orgChart1"/>
    <dgm:cxn modelId="{80E01F3F-C54D-4C87-85B2-C8AFB31298AB}" type="presParOf" srcId="{C348C80D-B7F7-4964-AE2E-D190C970F7DC}" destId="{EF5A963C-DC04-4FF2-B604-A2E411985A11}" srcOrd="8" destOrd="0" presId="urn:microsoft.com/office/officeart/2005/8/layout/orgChart1"/>
    <dgm:cxn modelId="{0EC8CAEA-F051-456E-9D3F-1E4B5C19DF4D}" type="presParOf" srcId="{C348C80D-B7F7-4964-AE2E-D190C970F7DC}" destId="{88DD0285-5819-4676-AB9A-048B986D2516}" srcOrd="9" destOrd="0" presId="urn:microsoft.com/office/officeart/2005/8/layout/orgChart1"/>
    <dgm:cxn modelId="{B0C5474D-54D1-4C2D-9642-20C4D9064443}" type="presParOf" srcId="{88DD0285-5819-4676-AB9A-048B986D2516}" destId="{32B31E11-32A8-49AB-88FC-9B8657AABE0E}" srcOrd="0" destOrd="0" presId="urn:microsoft.com/office/officeart/2005/8/layout/orgChart1"/>
    <dgm:cxn modelId="{C9E56730-92EE-43E9-B7CF-A95B01310B5A}" type="presParOf" srcId="{32B31E11-32A8-49AB-88FC-9B8657AABE0E}" destId="{7BEE85D5-2193-4E04-821E-A0779EA2E476}" srcOrd="0" destOrd="0" presId="urn:microsoft.com/office/officeart/2005/8/layout/orgChart1"/>
    <dgm:cxn modelId="{CF503EE0-8EBB-48E4-9E58-555198C1E17B}" type="presParOf" srcId="{32B31E11-32A8-49AB-88FC-9B8657AABE0E}" destId="{8FCB9ACC-380A-453B-9BDD-4F0800287361}" srcOrd="1" destOrd="0" presId="urn:microsoft.com/office/officeart/2005/8/layout/orgChart1"/>
    <dgm:cxn modelId="{68F38CFB-A8C0-42E6-90D1-783D2C16AE37}" type="presParOf" srcId="{88DD0285-5819-4676-AB9A-048B986D2516}" destId="{217888E3-934C-4A8C-89D3-6B0359C7D602}" srcOrd="1" destOrd="0" presId="urn:microsoft.com/office/officeart/2005/8/layout/orgChart1"/>
    <dgm:cxn modelId="{1386D8E2-D134-4B93-8890-4828367023F8}" type="presParOf" srcId="{88DD0285-5819-4676-AB9A-048B986D2516}" destId="{4A541C1A-B24D-4095-A5B1-B68BB8F34052}" srcOrd="2" destOrd="0" presId="urn:microsoft.com/office/officeart/2005/8/layout/orgChart1"/>
    <dgm:cxn modelId="{7AA24473-F08F-47D6-B137-BD50C822C311}" type="presParOf" srcId="{8E597802-6BBD-4882-9FF0-2D8A116745AC}" destId="{E1FA4FD6-3F29-4B7F-8F2D-4D7B74575DE6}" srcOrd="2" destOrd="0" presId="urn:microsoft.com/office/officeart/2005/8/layout/orgChart1"/>
    <dgm:cxn modelId="{1354935D-D936-485C-AD59-1A75C4936C23}" type="presParOf" srcId="{7FEE1E6F-C5EE-45DA-86BB-C8D1A23FCAAC}" destId="{1C69874B-F278-437D-B18F-A8D791467722}" srcOrd="2" destOrd="0" presId="urn:microsoft.com/office/officeart/2005/8/layout/orgChart1"/>
    <dgm:cxn modelId="{7C0FF47F-3DCC-459C-ABFE-7C791AB5F147}" type="presParOf" srcId="{1C69874B-F278-437D-B18F-A8D791467722}" destId="{2E40FD0E-42B0-496E-B177-037B49BA5612}" srcOrd="0" destOrd="0" presId="urn:microsoft.com/office/officeart/2005/8/layout/orgChart1"/>
    <dgm:cxn modelId="{B193EDD0-5642-45CC-A2A4-036249C38438}" type="presParOf" srcId="{2E40FD0E-42B0-496E-B177-037B49BA5612}" destId="{AAD1FB7E-E90E-4B12-AA02-30981C363045}" srcOrd="0" destOrd="0" presId="urn:microsoft.com/office/officeart/2005/8/layout/orgChart1"/>
    <dgm:cxn modelId="{8DF17950-9626-4958-ADA1-2FD221466AD5}" type="presParOf" srcId="{2E40FD0E-42B0-496E-B177-037B49BA5612}" destId="{E9D91431-012B-477A-9387-6F606066A7EF}" srcOrd="1" destOrd="0" presId="urn:microsoft.com/office/officeart/2005/8/layout/orgChart1"/>
    <dgm:cxn modelId="{59425FDD-11A2-4571-923B-9E1B9DC623B0}" type="presParOf" srcId="{1C69874B-F278-437D-B18F-A8D791467722}" destId="{F702266E-FB61-421F-8AD8-D2A522B46075}" srcOrd="1" destOrd="0" presId="urn:microsoft.com/office/officeart/2005/8/layout/orgChart1"/>
    <dgm:cxn modelId="{A7DFC911-6EBC-4603-A6B7-5EA06786800E}" type="presParOf" srcId="{F702266E-FB61-421F-8AD8-D2A522B46075}" destId="{9B96B1BE-F1B9-4FAF-AF5E-528EDD695858}" srcOrd="0" destOrd="0" presId="urn:microsoft.com/office/officeart/2005/8/layout/orgChart1"/>
    <dgm:cxn modelId="{7C565C67-8F35-4BAE-9D94-DB623493D526}" type="presParOf" srcId="{F702266E-FB61-421F-8AD8-D2A522B46075}" destId="{B3DEE693-2F91-4094-8049-A55271828732}" srcOrd="1" destOrd="0" presId="urn:microsoft.com/office/officeart/2005/8/layout/orgChart1"/>
    <dgm:cxn modelId="{2670BF43-954B-48DD-9753-C796BD05281F}" type="presParOf" srcId="{B3DEE693-2F91-4094-8049-A55271828732}" destId="{59BD8477-869C-4F1A-8F05-84875727524F}" srcOrd="0" destOrd="0" presId="urn:microsoft.com/office/officeart/2005/8/layout/orgChart1"/>
    <dgm:cxn modelId="{D10D47F1-59B4-4BBB-AE41-6E81A720B45D}" type="presParOf" srcId="{59BD8477-869C-4F1A-8F05-84875727524F}" destId="{187A1460-A710-40DB-954C-BC7A2322212D}" srcOrd="0" destOrd="0" presId="urn:microsoft.com/office/officeart/2005/8/layout/orgChart1"/>
    <dgm:cxn modelId="{BB00B87C-AA31-4622-AF7A-A23B45E3A2EC}" type="presParOf" srcId="{59BD8477-869C-4F1A-8F05-84875727524F}" destId="{AACE7ADD-7178-4A17-9643-433062F595F1}" srcOrd="1" destOrd="0" presId="urn:microsoft.com/office/officeart/2005/8/layout/orgChart1"/>
    <dgm:cxn modelId="{FD6FF9EB-E499-49F9-B6C2-ABC5BB2D7DB8}" type="presParOf" srcId="{B3DEE693-2F91-4094-8049-A55271828732}" destId="{B357645A-34A9-406B-826D-A1E477EDA0A5}" srcOrd="1" destOrd="0" presId="urn:microsoft.com/office/officeart/2005/8/layout/orgChart1"/>
    <dgm:cxn modelId="{767844F8-9AB6-4AF9-AD8C-EB053F0E3392}" type="presParOf" srcId="{B3DEE693-2F91-4094-8049-A55271828732}" destId="{2254B3F4-09C5-4E1E-9A50-95228160AAAC}" srcOrd="2" destOrd="0" presId="urn:microsoft.com/office/officeart/2005/8/layout/orgChart1"/>
    <dgm:cxn modelId="{77DDCD46-79C9-4F00-8299-A4E727B66163}" type="presParOf" srcId="{F702266E-FB61-421F-8AD8-D2A522B46075}" destId="{B0168177-0E77-444E-94E8-D8AC022DB2DB}" srcOrd="2" destOrd="0" presId="urn:microsoft.com/office/officeart/2005/8/layout/orgChart1"/>
    <dgm:cxn modelId="{2AA78037-2A68-420B-809A-12C2B52C320A}" type="presParOf" srcId="{F702266E-FB61-421F-8AD8-D2A522B46075}" destId="{F0CF2276-55E5-4789-9C6D-B9FBC03E69D4}" srcOrd="3" destOrd="0" presId="urn:microsoft.com/office/officeart/2005/8/layout/orgChart1"/>
    <dgm:cxn modelId="{42BB1CCD-73D5-46EF-826E-ED0D3DE62B85}" type="presParOf" srcId="{F0CF2276-55E5-4789-9C6D-B9FBC03E69D4}" destId="{DB8AD269-15C0-4477-8763-6843E6720C0D}" srcOrd="0" destOrd="0" presId="urn:microsoft.com/office/officeart/2005/8/layout/orgChart1"/>
    <dgm:cxn modelId="{31F1BC01-BD9F-4AAE-862A-24323AEDEE5F}" type="presParOf" srcId="{DB8AD269-15C0-4477-8763-6843E6720C0D}" destId="{05B2A1C7-B7BE-4170-BD0E-B65222AB98C9}" srcOrd="0" destOrd="0" presId="urn:microsoft.com/office/officeart/2005/8/layout/orgChart1"/>
    <dgm:cxn modelId="{FF214622-4749-4660-8DC7-A41DA6DFAFCB}" type="presParOf" srcId="{DB8AD269-15C0-4477-8763-6843E6720C0D}" destId="{AA53F1EA-18F9-47F8-B857-80F59B9230B6}" srcOrd="1" destOrd="0" presId="urn:microsoft.com/office/officeart/2005/8/layout/orgChart1"/>
    <dgm:cxn modelId="{2322EB78-54CD-42E5-96A8-0E7B68AC4D77}" type="presParOf" srcId="{F0CF2276-55E5-4789-9C6D-B9FBC03E69D4}" destId="{3D072CCC-408E-4307-80C7-E3B188D93B95}" srcOrd="1" destOrd="0" presId="urn:microsoft.com/office/officeart/2005/8/layout/orgChart1"/>
    <dgm:cxn modelId="{C7D2A279-EFE8-4B49-9814-1A00E9E36264}" type="presParOf" srcId="{F0CF2276-55E5-4789-9C6D-B9FBC03E69D4}" destId="{45582708-2B59-4853-94C2-67F35E731348}" srcOrd="2" destOrd="0" presId="urn:microsoft.com/office/officeart/2005/8/layout/orgChart1"/>
    <dgm:cxn modelId="{5AE534A2-9A44-4260-B121-1A02BE2A7531}" type="presParOf" srcId="{F702266E-FB61-421F-8AD8-D2A522B46075}" destId="{0FD864AB-5D20-4D24-A458-5EFA47B73725}" srcOrd="4" destOrd="0" presId="urn:microsoft.com/office/officeart/2005/8/layout/orgChart1"/>
    <dgm:cxn modelId="{9AD6CA4F-18A3-48CE-B7E4-7BBF27371940}" type="presParOf" srcId="{F702266E-FB61-421F-8AD8-D2A522B46075}" destId="{1BB0589A-3B79-4D82-897E-60FFF7D17AF6}" srcOrd="5" destOrd="0" presId="urn:microsoft.com/office/officeart/2005/8/layout/orgChart1"/>
    <dgm:cxn modelId="{0A94846A-6B1D-488E-ADB3-C1F662C21BD4}" type="presParOf" srcId="{1BB0589A-3B79-4D82-897E-60FFF7D17AF6}" destId="{66331C70-717B-474B-BB31-362E455BB129}" srcOrd="0" destOrd="0" presId="urn:microsoft.com/office/officeart/2005/8/layout/orgChart1"/>
    <dgm:cxn modelId="{4D9AC709-D5F5-47E5-A081-F7AB6361CD7A}" type="presParOf" srcId="{66331C70-717B-474B-BB31-362E455BB129}" destId="{76F17C4E-E10C-4476-BC5F-311D7B4890D3}" srcOrd="0" destOrd="0" presId="urn:microsoft.com/office/officeart/2005/8/layout/orgChart1"/>
    <dgm:cxn modelId="{839942A0-D217-412D-ABAE-44EEAD328ECE}" type="presParOf" srcId="{66331C70-717B-474B-BB31-362E455BB129}" destId="{42B7F5A4-0A84-4F02-AE35-8A887A4164B9}" srcOrd="1" destOrd="0" presId="urn:microsoft.com/office/officeart/2005/8/layout/orgChart1"/>
    <dgm:cxn modelId="{66D0F695-89E3-4631-B0D6-0F1E3D663EB0}" type="presParOf" srcId="{1BB0589A-3B79-4D82-897E-60FFF7D17AF6}" destId="{CF898698-913F-4C24-BB6D-E284399D7C81}" srcOrd="1" destOrd="0" presId="urn:microsoft.com/office/officeart/2005/8/layout/orgChart1"/>
    <dgm:cxn modelId="{07251427-E7CE-44B3-8DC8-9B2AF38E4A61}" type="presParOf" srcId="{1BB0589A-3B79-4D82-897E-60FFF7D17AF6}" destId="{1C4F4575-E337-4736-A839-57E561C5ED10}" srcOrd="2" destOrd="0" presId="urn:microsoft.com/office/officeart/2005/8/layout/orgChart1"/>
    <dgm:cxn modelId="{0CD87557-57C8-41DE-A9BD-63B5476854DB}" type="presParOf" srcId="{F702266E-FB61-421F-8AD8-D2A522B46075}" destId="{3B438AA3-8402-475F-B2ED-96025C0A6A5D}" srcOrd="6" destOrd="0" presId="urn:microsoft.com/office/officeart/2005/8/layout/orgChart1"/>
    <dgm:cxn modelId="{4A87F984-34ED-4292-BF66-A16649441872}" type="presParOf" srcId="{F702266E-FB61-421F-8AD8-D2A522B46075}" destId="{18776CEB-0896-485B-9F70-DA90568A0DF2}" srcOrd="7" destOrd="0" presId="urn:microsoft.com/office/officeart/2005/8/layout/orgChart1"/>
    <dgm:cxn modelId="{B58A4B2F-B716-4947-9D33-E051725CFA9F}" type="presParOf" srcId="{18776CEB-0896-485B-9F70-DA90568A0DF2}" destId="{EB6A255D-2807-4C74-ABED-527E62416C52}" srcOrd="0" destOrd="0" presId="urn:microsoft.com/office/officeart/2005/8/layout/orgChart1"/>
    <dgm:cxn modelId="{BB1C9F64-E245-4BF6-928B-08D8A7CD9C43}" type="presParOf" srcId="{EB6A255D-2807-4C74-ABED-527E62416C52}" destId="{437F09A6-4B82-40BD-A474-1D114E62EB1C}" srcOrd="0" destOrd="0" presId="urn:microsoft.com/office/officeart/2005/8/layout/orgChart1"/>
    <dgm:cxn modelId="{4204DD46-B393-45B0-9723-F9C437959258}" type="presParOf" srcId="{EB6A255D-2807-4C74-ABED-527E62416C52}" destId="{32DA8E2D-B016-4BF2-A1EA-A581E9357CBA}" srcOrd="1" destOrd="0" presId="urn:microsoft.com/office/officeart/2005/8/layout/orgChart1"/>
    <dgm:cxn modelId="{6D81F1C3-8C68-4B9B-B622-25B3F25B1FDA}" type="presParOf" srcId="{18776CEB-0896-485B-9F70-DA90568A0DF2}" destId="{0F7E88D6-EC04-4E5A-A655-F10C1992F010}" srcOrd="1" destOrd="0" presId="urn:microsoft.com/office/officeart/2005/8/layout/orgChart1"/>
    <dgm:cxn modelId="{EB5C9B81-F1A5-45A0-91F5-F9115EFB04BB}" type="presParOf" srcId="{18776CEB-0896-485B-9F70-DA90568A0DF2}" destId="{DC7B6BD6-A06B-4BB7-B3FD-9D76CB9D1B2B}" srcOrd="2" destOrd="0" presId="urn:microsoft.com/office/officeart/2005/8/layout/orgChart1"/>
    <dgm:cxn modelId="{D1B7893D-1FC2-432C-985B-D7D049CA3551}" type="presParOf" srcId="{F702266E-FB61-421F-8AD8-D2A522B46075}" destId="{1494D0C8-756F-4A53-A488-0578F4E9307C}" srcOrd="8" destOrd="0" presId="urn:microsoft.com/office/officeart/2005/8/layout/orgChart1"/>
    <dgm:cxn modelId="{BA597214-EE6F-489B-A1D8-05C094751B36}" type="presParOf" srcId="{F702266E-FB61-421F-8AD8-D2A522B46075}" destId="{E53AF3A6-A092-4145-8B5A-FA040EF4E078}" srcOrd="9" destOrd="0" presId="urn:microsoft.com/office/officeart/2005/8/layout/orgChart1"/>
    <dgm:cxn modelId="{D421113B-9CC9-428B-A933-53FA9B5528F5}" type="presParOf" srcId="{E53AF3A6-A092-4145-8B5A-FA040EF4E078}" destId="{15B5191F-F60B-4773-8591-161F2FC8DB95}" srcOrd="0" destOrd="0" presId="urn:microsoft.com/office/officeart/2005/8/layout/orgChart1"/>
    <dgm:cxn modelId="{BEBDC026-59F6-4184-85E1-9544E38F044A}" type="presParOf" srcId="{15B5191F-F60B-4773-8591-161F2FC8DB95}" destId="{EF9F97C3-F88F-4485-9533-C2CBC0145707}" srcOrd="0" destOrd="0" presId="urn:microsoft.com/office/officeart/2005/8/layout/orgChart1"/>
    <dgm:cxn modelId="{B96EE97A-D1CC-41B4-B530-5E88190C41D2}" type="presParOf" srcId="{15B5191F-F60B-4773-8591-161F2FC8DB95}" destId="{EFED3B7C-80D6-4AEF-8A06-C194B555BCF8}" srcOrd="1" destOrd="0" presId="urn:microsoft.com/office/officeart/2005/8/layout/orgChart1"/>
    <dgm:cxn modelId="{693ADBE5-224C-4930-AE26-625A12EE30DA}" type="presParOf" srcId="{E53AF3A6-A092-4145-8B5A-FA040EF4E078}" destId="{6081A6A7-6A70-4DD4-82C7-0F09352E9F7B}" srcOrd="1" destOrd="0" presId="urn:microsoft.com/office/officeart/2005/8/layout/orgChart1"/>
    <dgm:cxn modelId="{CFBD2716-A68E-4467-B682-D3976F4B9DA7}" type="presParOf" srcId="{E53AF3A6-A092-4145-8B5A-FA040EF4E078}" destId="{1030E462-6040-4E7D-94B0-CE4D24B6B873}" srcOrd="2" destOrd="0" presId="urn:microsoft.com/office/officeart/2005/8/layout/orgChart1"/>
    <dgm:cxn modelId="{05BBAED8-9110-4682-86F2-2A01CB7B8D7F}" type="presParOf" srcId="{1C69874B-F278-437D-B18F-A8D791467722}" destId="{E63CC46A-5D4C-41AF-9287-2756237A262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F51C6213-B6E5-445F-970E-907F405A5642}" type="doc">
      <dgm:prSet loTypeId="urn:microsoft.com/office/officeart/2005/8/layout/pyramid2" loCatId="list" qsTypeId="urn:microsoft.com/office/officeart/2005/8/quickstyle/simple1" qsCatId="simple" csTypeId="urn:microsoft.com/office/officeart/2005/8/colors/colorful5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C28383D4-9119-4083-95EF-48E06A33F1F4}" type="node">
      <dgm:prSet/>
      <dgm:spPr bwMode="auto"/>
      <dgm:t>
        <a:bodyPr/>
        <a:lstStyle/>
        <a:p>
          <a:pPr>
            <a:defRPr/>
          </a:pPr>
          <a:r>
            <a:rPr lang="en-US"/>
            <a:t>Hardware resource utilization</a:t>
          </a:r>
          <a:endParaRPr/>
        </a:p>
      </dgm:t>
    </dgm:pt>
    <dgm:pt modelId="{A03BF27D-F73F-4A0D-A916-427B0DF24B3C}" type="parTrans" cxnId="{77D0DD7D-82CD-4945-A334-A993B96A3AA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6BB47B2-D478-4D60-9F8D-09CA7E42A476}" type="sibTrans" cxnId="{77D0DD7D-82CD-4945-A334-A993B96A3AA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9EEBC92-F64C-4C17-9F46-9E9F00051D6A}" type="node">
      <dgm:prSet/>
      <dgm:spPr bwMode="auto"/>
      <dgm:t>
        <a:bodyPr/>
        <a:lstStyle/>
        <a:p>
          <a:pPr>
            <a:defRPr/>
          </a:pPr>
          <a:r>
            <a:rPr lang="en-US"/>
            <a:t>Operating frequency and timing</a:t>
          </a:r>
          <a:endParaRPr/>
        </a:p>
      </dgm:t>
    </dgm:pt>
    <dgm:pt modelId="{82CB6D00-E712-47FB-BE97-74DC9011D359}" type="parTrans" cxnId="{41ABCC05-C893-4EAB-B3A6-4A99B12D00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E08763D-DB2C-4AA9-A841-6965FF68934C}" type="sibTrans" cxnId="{41ABCC05-C893-4EAB-B3A6-4A99B12D00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85B6409-14BE-4292-B546-420EEEF652DF}" type="node">
      <dgm:prSet/>
      <dgm:spPr bwMode="auto"/>
      <dgm:t>
        <a:bodyPr/>
        <a:lstStyle/>
        <a:p>
          <a:pPr>
            <a:defRPr/>
          </a:pPr>
          <a:r>
            <a:rPr lang="en-US"/>
            <a:t>Power and implementation efficiency </a:t>
          </a:r>
          <a:endParaRPr/>
        </a:p>
      </dgm:t>
    </dgm:pt>
    <dgm:pt modelId="{60243870-AE96-4587-8B90-E46404C36DBF}" type="parTrans" cxnId="{C893C91E-1D0D-4270-BBE2-865BE52DC90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82F1B63-E63D-4993-AF02-D8E1A45FE048}" type="sibTrans" cxnId="{C893C91E-1D0D-4270-BBE2-865BE52DC90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D016821-1A8C-4659-8830-9442F97DA497}" type="node">
      <dgm:prSet/>
      <dgm:spPr bwMode="auto"/>
      <dgm:t>
        <a:bodyPr/>
        <a:lstStyle/>
        <a:p>
          <a:pPr>
            <a:defRPr/>
          </a:pPr>
          <a:r>
            <a:rPr lang="en-US"/>
            <a:t>Determine the best approach for edge AI deployment.</a:t>
          </a:r>
          <a:endParaRPr/>
        </a:p>
      </dgm:t>
    </dgm:pt>
    <dgm:pt modelId="{043A1AA8-BF17-45E7-919D-68FFE4289F49}" type="parTrans" cxnId="{6F413584-8662-4760-B179-36C24B9611A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FD93F7F-C2ED-4278-B75D-222629C3064B}" type="sibTrans" cxnId="{6F413584-8662-4760-B179-36C24B9611A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44EE265-F001-43D9-AA68-67E6953D5B53}" type="pres">
      <dgm:prSet presAssocID="{F51C6213-B6E5-445F-970E-907F405A5642}" presName="compositeShape" presStyleCnt="0">
        <dgm:presLayoutVars>
          <dgm:dir val="norm"/>
          <dgm:resizeHandles val="exact"/>
        </dgm:presLayoutVars>
      </dgm:prSet>
      <dgm:spPr bwMode="auto"/>
    </dgm:pt>
    <dgm:pt modelId="{6094E877-AD22-4131-91A7-458A9B0B123B}" type="pres">
      <dgm:prSet custLinFactNeighborX="-1102" custLinFactNeighborY="-4510" presAssocID="{F51C6213-B6E5-445F-970E-907F405A5642}" presName="pyramid" presStyleLbl="node1" presStyleIdx="0" presStyleCnt="1"/>
      <dgm:spPr bwMode="auto"/>
    </dgm:pt>
    <dgm:pt modelId="{A0C92D9F-1457-40EA-B4C3-E012816AB108}" type="pres">
      <dgm:prSet presAssocID="{F51C6213-B6E5-445F-970E-907F405A5642}" presName="theList" presStyleCnt="0"/>
      <dgm:spPr bwMode="auto"/>
    </dgm:pt>
    <dgm:pt modelId="{9886BD45-1B7B-4BF3-9955-42DA5B38D438}" type="pres">
      <dgm:prSet presAssocID="{C28383D4-9119-4083-95EF-48E06A33F1F4}" presName="aNode" presStyleLbl="fgAcc1" presStyleIdx="0" presStyleCnt="4">
        <dgm:presLayoutVars>
          <dgm:bulletEnabled val="1"/>
        </dgm:presLayoutVars>
      </dgm:prSet>
      <dgm:spPr bwMode="auto"/>
    </dgm:pt>
    <dgm:pt modelId="{4DCB56D9-B4B5-47FA-B2CB-35FEF248C062}" type="pres">
      <dgm:prSet presAssocID="{C28383D4-9119-4083-95EF-48E06A33F1F4}" presName="aSpace" presStyleCnt="0"/>
      <dgm:spPr bwMode="auto"/>
    </dgm:pt>
    <dgm:pt modelId="{30418062-0D39-40E6-8FBA-18D448FB81EB}" type="pres">
      <dgm:prSet presAssocID="{59EEBC92-F64C-4C17-9F46-9E9F00051D6A}" presName="aNode" presStyleLbl="fgAcc1" presStyleIdx="1" presStyleCnt="4">
        <dgm:presLayoutVars>
          <dgm:bulletEnabled val="1"/>
        </dgm:presLayoutVars>
      </dgm:prSet>
      <dgm:spPr bwMode="auto"/>
    </dgm:pt>
    <dgm:pt modelId="{9723F2E8-5175-4FB6-9B74-A99CD538E8FC}" type="pres">
      <dgm:prSet presAssocID="{59EEBC92-F64C-4C17-9F46-9E9F00051D6A}" presName="aSpace" presStyleCnt="0"/>
      <dgm:spPr bwMode="auto"/>
    </dgm:pt>
    <dgm:pt modelId="{42C605D8-3AFD-4E96-9F9E-3E803026418F}" type="pres">
      <dgm:prSet presAssocID="{585B6409-14BE-4292-B546-420EEEF652DF}" presName="aNode" presStyleLbl="fgAcc1" presStyleIdx="2" presStyleCnt="4">
        <dgm:presLayoutVars>
          <dgm:bulletEnabled val="1"/>
        </dgm:presLayoutVars>
      </dgm:prSet>
      <dgm:spPr bwMode="auto"/>
    </dgm:pt>
    <dgm:pt modelId="{10AFC576-7DAF-43B1-93D2-3960F397C6BD}" type="pres">
      <dgm:prSet presAssocID="{585B6409-14BE-4292-B546-420EEEF652DF}" presName="aSpace" presStyleCnt="0"/>
      <dgm:spPr bwMode="auto"/>
    </dgm:pt>
    <dgm:pt modelId="{F2BB09F7-30EE-44CC-8D5A-E7D3CDB3C5DC}" type="pres">
      <dgm:prSet presAssocID="{8D016821-1A8C-4659-8830-9442F97DA497}" presName="aNode" presStyleLbl="fgAcc1" presStyleIdx="3" presStyleCnt="4">
        <dgm:presLayoutVars>
          <dgm:bulletEnabled val="1"/>
        </dgm:presLayoutVars>
      </dgm:prSet>
      <dgm:spPr bwMode="auto"/>
    </dgm:pt>
    <dgm:pt modelId="{0FDB1F18-3282-4224-8346-F1444E17BD73}" type="pres">
      <dgm:prSet presAssocID="{8D016821-1A8C-4659-8830-9442F97DA497}" presName="aSpace" presStyleCnt="0"/>
      <dgm:spPr bwMode="auto"/>
    </dgm:pt>
  </dgm:ptLst>
  <dgm:cxnLst>
    <dgm:cxn modelId="{41ABCC05-C893-4EAB-B3A6-4A99B12D00DF}" type="parOf" srcId="{F51C6213-B6E5-445F-970E-907F405A5642}" destId="{59EEBC92-F64C-4C17-9F46-9E9F00051D6A}" srcOrd="1" destOrd="0" parTransId="{82CB6D00-E712-47FB-BE97-74DC9011D359}" sibTransId="{FE08763D-DB2C-4AA9-A841-6965FF68934C}"/>
    <dgm:cxn modelId="{230EFB13-2E08-46C5-A59F-C4BB23F94C7A}" type="presOf" srcId="{C28383D4-9119-4083-95EF-48E06A33F1F4}" destId="{9886BD45-1B7B-4BF3-9955-42DA5B38D438}" srcOrd="0" destOrd="0" presId="urn:microsoft.com/office/officeart/2005/8/layout/pyramid2"/>
    <dgm:cxn modelId="{C893C91E-1D0D-4270-BBE2-865BE52DC908}" type="parOf" srcId="{F51C6213-B6E5-445F-970E-907F405A5642}" destId="{585B6409-14BE-4292-B546-420EEEF652DF}" srcOrd="2" destOrd="0" parTransId="{60243870-AE96-4587-8B90-E46404C36DBF}" sibTransId="{A82F1B63-E63D-4993-AF02-D8E1A45FE048}"/>
    <dgm:cxn modelId="{BED12528-9B73-4F0F-A7EE-B40DA84E5723}" type="presOf" srcId="{8D016821-1A8C-4659-8830-9442F97DA497}" destId="{F2BB09F7-30EE-44CC-8D5A-E7D3CDB3C5DC}" srcOrd="0" destOrd="0" presId="urn:microsoft.com/office/officeart/2005/8/layout/pyramid2"/>
    <dgm:cxn modelId="{E124C63A-4494-4182-AD90-B209213A057B}" type="presOf" srcId="{585B6409-14BE-4292-B546-420EEEF652DF}" destId="{42C605D8-3AFD-4E96-9F9E-3E803026418F}" srcOrd="0" destOrd="0" presId="urn:microsoft.com/office/officeart/2005/8/layout/pyramid2"/>
    <dgm:cxn modelId="{6FDE7955-564A-4587-84A4-FB34CE8AC0CF}" type="presOf" srcId="{59EEBC92-F64C-4C17-9F46-9E9F00051D6A}" destId="{30418062-0D39-40E6-8FBA-18D448FB81EB}" srcOrd="0" destOrd="0" presId="urn:microsoft.com/office/officeart/2005/8/layout/pyramid2"/>
    <dgm:cxn modelId="{77D0DD7D-82CD-4945-A334-A993B96A3AA7}" type="parOf" srcId="{F51C6213-B6E5-445F-970E-907F405A5642}" destId="{C28383D4-9119-4083-95EF-48E06A33F1F4}" srcOrd="0" destOrd="0" parTransId="{A03BF27D-F73F-4A0D-A916-427B0DF24B3C}" sibTransId="{86BB47B2-D478-4D60-9F8D-09CA7E42A476}"/>
    <dgm:cxn modelId="{6F413584-8662-4760-B179-36C24B9611A5}" type="parOf" srcId="{F51C6213-B6E5-445F-970E-907F405A5642}" destId="{8D016821-1A8C-4659-8830-9442F97DA497}" srcOrd="3" destOrd="0" parTransId="{043A1AA8-BF17-45E7-919D-68FFE4289F49}" sibTransId="{AFD93F7F-C2ED-4278-B75D-222629C3064B}"/>
    <dgm:cxn modelId="{9B7BD9C2-C2EC-443A-A0FB-2EB92934BA7D}" type="presOf" srcId="{F51C6213-B6E5-445F-970E-907F405A5642}" destId="{444EE265-F001-43D9-AA68-67E6953D5B53}" srcOrd="0" destOrd="0" presId="urn:microsoft.com/office/officeart/2005/8/layout/pyramid2"/>
    <dgm:cxn modelId="{845BD737-9BB6-487A-81AC-112A7D0414FC}" type="presParOf" srcId="{444EE265-F001-43D9-AA68-67E6953D5B53}" destId="{6094E877-AD22-4131-91A7-458A9B0B123B}" srcOrd="0" destOrd="0" presId="urn:microsoft.com/office/officeart/2005/8/layout/pyramid2"/>
    <dgm:cxn modelId="{6089FDF2-6122-471C-BA38-92B4A935559B}" type="presParOf" srcId="{444EE265-F001-43D9-AA68-67E6953D5B53}" destId="{A0C92D9F-1457-40EA-B4C3-E012816AB108}" srcOrd="1" destOrd="0" presId="urn:microsoft.com/office/officeart/2005/8/layout/pyramid2"/>
    <dgm:cxn modelId="{D6BA4FEB-F772-4187-A125-7BB3D7DB05C0}" type="presParOf" srcId="{A0C92D9F-1457-40EA-B4C3-E012816AB108}" destId="{9886BD45-1B7B-4BF3-9955-42DA5B38D438}" srcOrd="0" destOrd="0" presId="urn:microsoft.com/office/officeart/2005/8/layout/pyramid2"/>
    <dgm:cxn modelId="{F93BAACD-5C18-44C9-B93D-A05865E9F083}" type="presParOf" srcId="{A0C92D9F-1457-40EA-B4C3-E012816AB108}" destId="{4DCB56D9-B4B5-47FA-B2CB-35FEF248C062}" srcOrd="1" destOrd="0" presId="urn:microsoft.com/office/officeart/2005/8/layout/pyramid2"/>
    <dgm:cxn modelId="{7434399C-29C2-495D-BB1B-8D221B39DD17}" type="presParOf" srcId="{A0C92D9F-1457-40EA-B4C3-E012816AB108}" destId="{30418062-0D39-40E6-8FBA-18D448FB81EB}" srcOrd="2" destOrd="0" presId="urn:microsoft.com/office/officeart/2005/8/layout/pyramid2"/>
    <dgm:cxn modelId="{C2275B39-CD88-43B0-A081-16729641D488}" type="presParOf" srcId="{A0C92D9F-1457-40EA-B4C3-E012816AB108}" destId="{9723F2E8-5175-4FB6-9B74-A99CD538E8FC}" srcOrd="3" destOrd="0" presId="urn:microsoft.com/office/officeart/2005/8/layout/pyramid2"/>
    <dgm:cxn modelId="{D434346F-A008-4817-8E9D-18BDE7C99F74}" type="presParOf" srcId="{A0C92D9F-1457-40EA-B4C3-E012816AB108}" destId="{42C605D8-3AFD-4E96-9F9E-3E803026418F}" srcOrd="4" destOrd="0" presId="urn:microsoft.com/office/officeart/2005/8/layout/pyramid2"/>
    <dgm:cxn modelId="{39A116A9-D3AC-4C26-9ED3-69C0502E2212}" type="presParOf" srcId="{A0C92D9F-1457-40EA-B4C3-E012816AB108}" destId="{10AFC576-7DAF-43B1-93D2-3960F397C6BD}" srcOrd="5" destOrd="0" presId="urn:microsoft.com/office/officeart/2005/8/layout/pyramid2"/>
    <dgm:cxn modelId="{8EBE95C6-706D-40A6-BC43-B9291C0981F3}" type="presParOf" srcId="{A0C92D9F-1457-40EA-B4C3-E012816AB108}" destId="{F2BB09F7-30EE-44CC-8D5A-E7D3CDB3C5DC}" srcOrd="6" destOrd="0" presId="urn:microsoft.com/office/officeart/2005/8/layout/pyramid2"/>
    <dgm:cxn modelId="{0B0728D8-2137-43E7-BACD-E6E262C144BF}" type="presParOf" srcId="{A0C92D9F-1457-40EA-B4C3-E012816AB108}" destId="{0FDB1F18-3282-4224-8346-F1444E17BD73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6583A934-0487-4F72-A24E-2F9687047B16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22C46610-92D4-4BBA-988B-564C09ADBAA2}" type="node">
      <dgm:prSet/>
      <dgm:spPr bwMode="auto"/>
      <dgm:t>
        <a:bodyPr/>
        <a:lstStyle/>
        <a:p>
          <a:pPr>
            <a:defRPr/>
          </a:pPr>
          <a:r>
            <a:rPr lang="en-US"/>
            <a:t>Throughput vs resource</a:t>
          </a:r>
          <a:endParaRPr/>
        </a:p>
      </dgm:t>
    </dgm:pt>
    <dgm:pt modelId="{13A2013B-FE0B-4F2D-838C-D124547D14EC}" type="parTrans" cxnId="{B8EF8886-D1A6-483B-A4F2-CC3C5DA88F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D449D7A-4BAC-49AC-86D0-415C794EE41A}" type="sibTrans" cxnId="{B8EF8886-D1A6-483B-A4F2-CC3C5DA88F4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27BF55A-FA03-4AF5-AB18-17CC3586A4DB}" type="node">
      <dgm:prSet/>
      <dgm:spPr bwMode="auto"/>
      <dgm:t>
        <a:bodyPr/>
        <a:lstStyle/>
        <a:p>
          <a:pPr>
            <a:defRPr/>
          </a:pPr>
          <a:r>
            <a:rPr lang="en-US"/>
            <a:t>On-chip buffering</a:t>
          </a:r>
          <a:endParaRPr/>
        </a:p>
      </dgm:t>
    </dgm:pt>
    <dgm:pt modelId="{78B9295C-70AD-4F61-9DD4-02E871DFCDC0}" type="parTrans" cxnId="{2D0D465B-F6B3-42BE-981B-56ED7F5B29D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7D7C92F-1AAA-4D03-B759-0E434179EC04}" type="sibTrans" cxnId="{2D0D465B-F6B3-42BE-981B-56ED7F5B29D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14EE086-8F3F-4F13-AF9A-F9E9040E969A}" type="node">
      <dgm:prSet/>
      <dgm:spPr bwMode="auto"/>
      <dgm:t>
        <a:bodyPr/>
        <a:lstStyle/>
        <a:p>
          <a:pPr>
            <a:defRPr/>
          </a:pPr>
          <a:r>
            <a:rPr lang="en-US"/>
            <a:t>Quantization: reduces bitwidth </a:t>
          </a:r>
          <a:endParaRPr/>
        </a:p>
      </dgm:t>
    </dgm:pt>
    <dgm:pt modelId="{3944F728-059A-471C-BB58-E5E1AC43F093}" type="parTrans" cxnId="{73A00942-C971-4181-A4FD-A6B308C66BC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E402C63-EDCA-4704-8026-67D5AD19DB14}" type="sibTrans" cxnId="{73A00942-C971-4181-A4FD-A6B308C66BC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DD918D2-CDE4-4C56-933B-299EEB9DE75E}" type="node">
      <dgm:prSet/>
      <dgm:spPr bwMode="auto"/>
      <dgm:t>
        <a:bodyPr/>
        <a:lstStyle/>
        <a:p>
          <a:pPr>
            <a:defRPr/>
          </a:pPr>
          <a:r>
            <a:rPr lang="en-US"/>
            <a:t>Dataflow style </a:t>
          </a:r>
          <a:endParaRPr/>
        </a:p>
      </dgm:t>
    </dgm:pt>
    <dgm:pt modelId="{56C9D936-0CEE-46B5-905C-EEE3DE9E4F32}" type="parTrans" cxnId="{9094D2FA-FE80-48DA-A1D0-75ED9B53C0D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C50154E-EB27-4B84-AA0E-A04C73E6D2F5}" type="sibTrans" cxnId="{9094D2FA-FE80-48DA-A1D0-75ED9B53C0D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CAC79A7-A9B8-45AF-BC8F-0D424D680857}" type="node">
      <dgm:prSet/>
      <dgm:spPr bwMode="auto"/>
      <dgm:t>
        <a:bodyPr/>
        <a:lstStyle/>
        <a:p>
          <a:pPr>
            <a:defRPr/>
          </a:pPr>
          <a:r>
            <a:rPr lang="en-US"/>
            <a:t>Interface bottleneck</a:t>
          </a:r>
          <a:endParaRPr/>
        </a:p>
      </dgm:t>
    </dgm:pt>
    <dgm:pt modelId="{BA618231-E668-445F-B135-27035A55BA2B}" type="parTrans" cxnId="{7EA4ECF0-16FF-499D-B856-A4B6A0BDC19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F554373-5476-4532-A9EF-2B591429ECBB}" type="sibTrans" cxnId="{7EA4ECF0-16FF-499D-B856-A4B6A0BDC19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DE44F72-3633-4D7A-B988-5C4B45EDBFFA}" type="node">
      <dgm:prSet/>
      <dgm:spPr bwMode="auto"/>
      <dgm:t>
        <a:bodyPr/>
        <a:lstStyle/>
        <a:p>
          <a:pPr>
            <a:defRPr/>
          </a:pPr>
          <a:r>
            <a:rPr lang="en-US"/>
            <a:t>Efficient lightweight accelerators remain an active research area.</a:t>
          </a:r>
          <a:endParaRPr/>
        </a:p>
      </dgm:t>
    </dgm:pt>
    <dgm:pt modelId="{715E922E-0241-451E-8A0E-711A525236C9}" type="parTrans" cxnId="{AB0A2ED5-1949-4805-A9C3-7548197AB8B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DE7F161-96E6-4509-8C7B-952899255CE8}" type="sibTrans" cxnId="{AB0A2ED5-1949-4805-A9C3-7548197AB8B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CF9C7F3-7283-4CAA-8368-FDC88FDCAC7A}" type="pres">
      <dgm:prSet presAssocID="{6583A934-0487-4F72-A24E-2F9687047B16}" presName="diagram" presStyleCnt="0">
        <dgm:presLayoutVars>
          <dgm:dir val="norm"/>
          <dgm:resizeHandles val="exact"/>
        </dgm:presLayoutVars>
      </dgm:prSet>
      <dgm:spPr bwMode="auto"/>
    </dgm:pt>
    <dgm:pt modelId="{C8C86E7A-1AD3-4E83-83C6-29DEB800B11A}" type="pres">
      <dgm:prSet presAssocID="{22C46610-92D4-4BBA-988B-564C09ADBAA2}" presName="node" presStyleLbl="node1" presStyleIdx="0" presStyleCnt="6">
        <dgm:presLayoutVars>
          <dgm:bulletEnabled val="1"/>
        </dgm:presLayoutVars>
      </dgm:prSet>
      <dgm:spPr bwMode="auto"/>
    </dgm:pt>
    <dgm:pt modelId="{6331BB7F-5E36-42E9-9CAB-99EFB8E620B4}" type="pres">
      <dgm:prSet presAssocID="{1D449D7A-4BAC-49AC-86D0-415C794EE41A}" presName="sibTrans" presStyleCnt="0"/>
      <dgm:spPr bwMode="auto"/>
    </dgm:pt>
    <dgm:pt modelId="{BC358806-51FC-4BCD-8270-2A655F8344EF}" type="pres">
      <dgm:prSet presAssocID="{C27BF55A-FA03-4AF5-AB18-17CC3586A4DB}" presName="node" presStyleLbl="node1" presStyleIdx="1" presStyleCnt="6">
        <dgm:presLayoutVars>
          <dgm:bulletEnabled val="1"/>
        </dgm:presLayoutVars>
      </dgm:prSet>
      <dgm:spPr bwMode="auto"/>
    </dgm:pt>
    <dgm:pt modelId="{30D98ED2-6CFF-457D-958E-FEDD6A53C32D}" type="pres">
      <dgm:prSet presAssocID="{67D7C92F-1AAA-4D03-B759-0E434179EC04}" presName="sibTrans" presStyleCnt="0"/>
      <dgm:spPr bwMode="auto"/>
    </dgm:pt>
    <dgm:pt modelId="{69DEDC4B-9B64-4550-AB2B-28AAC1E85A0C}" type="pres">
      <dgm:prSet presAssocID="{814EE086-8F3F-4F13-AF9A-F9E9040E969A}" presName="node" presStyleLbl="node1" presStyleIdx="2" presStyleCnt="6">
        <dgm:presLayoutVars>
          <dgm:bulletEnabled val="1"/>
        </dgm:presLayoutVars>
      </dgm:prSet>
      <dgm:spPr bwMode="auto"/>
    </dgm:pt>
    <dgm:pt modelId="{4B18B516-1000-4BB1-8205-C1F64CCFC177}" type="pres">
      <dgm:prSet presAssocID="{8E402C63-EDCA-4704-8026-67D5AD19DB14}" presName="sibTrans" presStyleCnt="0"/>
      <dgm:spPr bwMode="auto"/>
    </dgm:pt>
    <dgm:pt modelId="{9C316FAF-DF61-413D-8997-DC2D893B053B}" type="pres">
      <dgm:prSet presAssocID="{6DD918D2-CDE4-4C56-933B-299EEB9DE75E}" presName="node" presStyleLbl="node1" presStyleIdx="3" presStyleCnt="6">
        <dgm:presLayoutVars>
          <dgm:bulletEnabled val="1"/>
        </dgm:presLayoutVars>
      </dgm:prSet>
      <dgm:spPr bwMode="auto"/>
    </dgm:pt>
    <dgm:pt modelId="{2483EDBC-AB56-494D-A5A9-0A1F580627DA}" type="pres">
      <dgm:prSet presAssocID="{BC50154E-EB27-4B84-AA0E-A04C73E6D2F5}" presName="sibTrans" presStyleCnt="0"/>
      <dgm:spPr bwMode="auto"/>
    </dgm:pt>
    <dgm:pt modelId="{EF4DF38B-362B-4734-BCCD-52FDEF569E93}" type="pres">
      <dgm:prSet presAssocID="{9CAC79A7-A9B8-45AF-BC8F-0D424D680857}" presName="node" presStyleLbl="node1" presStyleIdx="4" presStyleCnt="6">
        <dgm:presLayoutVars>
          <dgm:bulletEnabled val="1"/>
        </dgm:presLayoutVars>
      </dgm:prSet>
      <dgm:spPr bwMode="auto"/>
    </dgm:pt>
    <dgm:pt modelId="{4A517709-78C5-45FE-B0A7-1BDFD8C186CB}" type="pres">
      <dgm:prSet presAssocID="{FF554373-5476-4532-A9EF-2B591429ECBB}" presName="sibTrans" presStyleCnt="0"/>
      <dgm:spPr bwMode="auto"/>
    </dgm:pt>
    <dgm:pt modelId="{68312EF9-6DDD-434B-A0E0-243B21AF8179}" type="pres">
      <dgm:prSet presAssocID="{BDE44F72-3633-4D7A-B988-5C4B45EDBFFA}" presName="node" presStyleLbl="node1" presStyleIdx="5" presStyleCnt="6">
        <dgm:presLayoutVars>
          <dgm:bulletEnabled val="1"/>
        </dgm:presLayoutVars>
      </dgm:prSet>
      <dgm:spPr bwMode="auto"/>
    </dgm:pt>
  </dgm:ptLst>
  <dgm:cxnLst>
    <dgm:cxn modelId="{6EFF6315-5529-4AC8-9493-8D61925D987A}" type="presOf" srcId="{814EE086-8F3F-4F13-AF9A-F9E9040E969A}" destId="{69DEDC4B-9B64-4550-AB2B-28AAC1E85A0C}" srcOrd="0" destOrd="0" presId="urn:microsoft.com/office/officeart/2005/8/layout/default"/>
    <dgm:cxn modelId="{C74C401F-9B13-4911-9F91-C52B6A3F3D0D}" type="presOf" srcId="{9CAC79A7-A9B8-45AF-BC8F-0D424D680857}" destId="{EF4DF38B-362B-4734-BCCD-52FDEF569E93}" srcOrd="0" destOrd="0" presId="urn:microsoft.com/office/officeart/2005/8/layout/default"/>
    <dgm:cxn modelId="{2D0D465B-F6B3-42BE-981B-56ED7F5B29D2}" type="parOf" srcId="{6583A934-0487-4F72-A24E-2F9687047B16}" destId="{C27BF55A-FA03-4AF5-AB18-17CC3586A4DB}" srcOrd="1" destOrd="0" parTransId="{78B9295C-70AD-4F61-9DD4-02E871DFCDC0}" sibTransId="{67D7C92F-1AAA-4D03-B759-0E434179EC04}"/>
    <dgm:cxn modelId="{73A00942-C971-4181-A4FD-A6B308C66BC8}" type="parOf" srcId="{6583A934-0487-4F72-A24E-2F9687047B16}" destId="{814EE086-8F3F-4F13-AF9A-F9E9040E969A}" srcOrd="2" destOrd="0" parTransId="{3944F728-059A-471C-BB58-E5E1AC43F093}" sibTransId="{8E402C63-EDCA-4704-8026-67D5AD19DB14}"/>
    <dgm:cxn modelId="{B8EF8886-D1A6-483B-A4F2-CC3C5DA88F45}" type="parOf" srcId="{6583A934-0487-4F72-A24E-2F9687047B16}" destId="{22C46610-92D4-4BBA-988B-564C09ADBAA2}" srcOrd="0" destOrd="0" parTransId="{13A2013B-FE0B-4F2D-838C-D124547D14EC}" sibTransId="{1D449D7A-4BAC-49AC-86D0-415C794EE41A}"/>
    <dgm:cxn modelId="{BE27409A-BEF1-4D1E-B0B8-3B57A66CE291}" type="presOf" srcId="{BDE44F72-3633-4D7A-B988-5C4B45EDBFFA}" destId="{68312EF9-6DDD-434B-A0E0-243B21AF8179}" srcOrd="0" destOrd="0" presId="urn:microsoft.com/office/officeart/2005/8/layout/default"/>
    <dgm:cxn modelId="{B11E8AA1-41ED-43ED-8DC9-9E37640584FD}" type="presOf" srcId="{C27BF55A-FA03-4AF5-AB18-17CC3586A4DB}" destId="{BC358806-51FC-4BCD-8270-2A655F8344EF}" srcOrd="0" destOrd="0" presId="urn:microsoft.com/office/officeart/2005/8/layout/default"/>
    <dgm:cxn modelId="{2273D5AE-DA46-461F-BF8D-1825B1CE37A2}" type="presOf" srcId="{6583A934-0487-4F72-A24E-2F9687047B16}" destId="{1CF9C7F3-7283-4CAA-8368-FDC88FDCAC7A}" srcOrd="0" destOrd="0" presId="urn:microsoft.com/office/officeart/2005/8/layout/default"/>
    <dgm:cxn modelId="{257D08CE-1F7E-41DF-9747-B1AE8E014779}" type="presOf" srcId="{6DD918D2-CDE4-4C56-933B-299EEB9DE75E}" destId="{9C316FAF-DF61-413D-8997-DC2D893B053B}" srcOrd="0" destOrd="0" presId="urn:microsoft.com/office/officeart/2005/8/layout/default"/>
    <dgm:cxn modelId="{944049D4-5E24-434C-B469-F32F8EC0E8ED}" type="presOf" srcId="{22C46610-92D4-4BBA-988B-564C09ADBAA2}" destId="{C8C86E7A-1AD3-4E83-83C6-29DEB800B11A}" srcOrd="0" destOrd="0" presId="urn:microsoft.com/office/officeart/2005/8/layout/default"/>
    <dgm:cxn modelId="{AB0A2ED5-1949-4805-A9C3-7548197AB8BC}" type="parOf" srcId="{6583A934-0487-4F72-A24E-2F9687047B16}" destId="{BDE44F72-3633-4D7A-B988-5C4B45EDBFFA}" srcOrd="5" destOrd="0" parTransId="{715E922E-0241-451E-8A0E-711A525236C9}" sibTransId="{7DE7F161-96E6-4509-8C7B-952899255CE8}"/>
    <dgm:cxn modelId="{7EA4ECF0-16FF-499D-B856-A4B6A0BDC197}" type="parOf" srcId="{6583A934-0487-4F72-A24E-2F9687047B16}" destId="{9CAC79A7-A9B8-45AF-BC8F-0D424D680857}" srcOrd="4" destOrd="0" parTransId="{BA618231-E668-445F-B135-27035A55BA2B}" sibTransId="{FF554373-5476-4532-A9EF-2B591429ECBB}"/>
    <dgm:cxn modelId="{9094D2FA-FE80-48DA-A1D0-75ED9B53C0D3}" type="parOf" srcId="{6583A934-0487-4F72-A24E-2F9687047B16}" destId="{6DD918D2-CDE4-4C56-933B-299EEB9DE75E}" srcOrd="3" destOrd="0" parTransId="{56C9D936-0CEE-46B5-905C-EEE3DE9E4F32}" sibTransId="{BC50154E-EB27-4B84-AA0E-A04C73E6D2F5}"/>
    <dgm:cxn modelId="{B54F81FC-FE66-4423-810B-9364E2EEE190}" type="presParOf" srcId="{1CF9C7F3-7283-4CAA-8368-FDC88FDCAC7A}" destId="{C8C86E7A-1AD3-4E83-83C6-29DEB800B11A}" srcOrd="0" destOrd="0" presId="urn:microsoft.com/office/officeart/2005/8/layout/default"/>
    <dgm:cxn modelId="{5760C31A-0B57-4719-9D33-59003844F2BD}" type="presParOf" srcId="{1CF9C7F3-7283-4CAA-8368-FDC88FDCAC7A}" destId="{6331BB7F-5E36-42E9-9CAB-99EFB8E620B4}" srcOrd="1" destOrd="0" presId="urn:microsoft.com/office/officeart/2005/8/layout/default"/>
    <dgm:cxn modelId="{8B087197-8F34-438C-8911-18362CBE3027}" type="presParOf" srcId="{1CF9C7F3-7283-4CAA-8368-FDC88FDCAC7A}" destId="{BC358806-51FC-4BCD-8270-2A655F8344EF}" srcOrd="2" destOrd="0" presId="urn:microsoft.com/office/officeart/2005/8/layout/default"/>
    <dgm:cxn modelId="{458AFED9-F9C6-4CB7-8E22-4C9D047523BD}" type="presParOf" srcId="{1CF9C7F3-7283-4CAA-8368-FDC88FDCAC7A}" destId="{30D98ED2-6CFF-457D-958E-FEDD6A53C32D}" srcOrd="3" destOrd="0" presId="urn:microsoft.com/office/officeart/2005/8/layout/default"/>
    <dgm:cxn modelId="{E9739218-EF89-4733-B110-E898931DD296}" type="presParOf" srcId="{1CF9C7F3-7283-4CAA-8368-FDC88FDCAC7A}" destId="{69DEDC4B-9B64-4550-AB2B-28AAC1E85A0C}" srcOrd="4" destOrd="0" presId="urn:microsoft.com/office/officeart/2005/8/layout/default"/>
    <dgm:cxn modelId="{4FD17350-C8F3-4F5E-97F0-C8CA3E3774C3}" type="presParOf" srcId="{1CF9C7F3-7283-4CAA-8368-FDC88FDCAC7A}" destId="{4B18B516-1000-4BB1-8205-C1F64CCFC177}" srcOrd="5" destOrd="0" presId="urn:microsoft.com/office/officeart/2005/8/layout/default"/>
    <dgm:cxn modelId="{5D92EA6E-515A-489A-8C59-BB4108F82FB9}" type="presParOf" srcId="{1CF9C7F3-7283-4CAA-8368-FDC88FDCAC7A}" destId="{9C316FAF-DF61-413D-8997-DC2D893B053B}" srcOrd="6" destOrd="0" presId="urn:microsoft.com/office/officeart/2005/8/layout/default"/>
    <dgm:cxn modelId="{075EADFE-4CFE-4CEC-A29A-3740F6612690}" type="presParOf" srcId="{1CF9C7F3-7283-4CAA-8368-FDC88FDCAC7A}" destId="{2483EDBC-AB56-494D-A5A9-0A1F580627DA}" srcOrd="7" destOrd="0" presId="urn:microsoft.com/office/officeart/2005/8/layout/default"/>
    <dgm:cxn modelId="{2F5BEA2E-3E22-4F0D-8111-1EBAB214DAA5}" type="presParOf" srcId="{1CF9C7F3-7283-4CAA-8368-FDC88FDCAC7A}" destId="{EF4DF38B-362B-4734-BCCD-52FDEF569E93}" srcOrd="8" destOrd="0" presId="urn:microsoft.com/office/officeart/2005/8/layout/default"/>
    <dgm:cxn modelId="{23438C93-7538-482F-BBBC-DBB4743AFC8D}" type="presParOf" srcId="{1CF9C7F3-7283-4CAA-8368-FDC88FDCAC7A}" destId="{4A517709-78C5-45FE-B0A7-1BDFD8C186CB}" srcOrd="9" destOrd="0" presId="urn:microsoft.com/office/officeart/2005/8/layout/default"/>
    <dgm:cxn modelId="{4CC0D1FC-2A8A-4E6F-AA28-4763DA5272B1}" type="presParOf" srcId="{1CF9C7F3-7283-4CAA-8368-FDC88FDCAC7A}" destId="{68312EF9-6DDD-434B-A0E0-243B21AF817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696FD08E-5625-4D1F-877D-662BA453B7EC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1CCF4CCC-F00B-4A63-AE80-24645CAE32D3}" type="node">
      <dgm:prSet/>
      <dgm:spPr bwMode="auto"/>
      <dgm:t>
        <a:bodyPr/>
        <a:lstStyle/>
        <a:p>
          <a:pPr>
            <a:defRPr/>
          </a:pPr>
          <a:r>
            <a:rPr lang="en-US"/>
            <a:t>ShuffleNet V2:</a:t>
          </a:r>
          <a:endParaRPr/>
        </a:p>
      </dgm:t>
    </dgm:pt>
    <dgm:pt modelId="{24D42649-E222-4581-B6FD-79FD74D01469}" type="parTrans" cxnId="{B2815ECC-FBA8-4A53-85E8-6A1AA76825F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A89891E-F3B1-4F23-8D5A-C1719DF6A38B}" type="sibTrans" cxnId="{B2815ECC-FBA8-4A53-85E8-6A1AA76825F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51B823D-88DC-4B88-84B8-CB2D3EE03476}" type="node">
      <dgm:prSet/>
      <dgm:spPr bwMode="auto"/>
      <dgm:t>
        <a:bodyPr/>
        <a:lstStyle/>
        <a:p>
          <a:pPr>
            <a:defRPr/>
          </a:pPr>
          <a:r>
            <a:rPr lang="en-US"/>
            <a:t>Designed specifically for efficient mobile inference.</a:t>
          </a:r>
          <a:endParaRPr/>
        </a:p>
      </dgm:t>
    </dgm:pt>
    <dgm:pt modelId="{C87DA0DC-5E01-44B7-866E-63915B0CC040}" type="parTrans" cxnId="{7D8DAAE7-0CC9-4E98-87F7-9E4B02E154A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6D8D067-5E9D-4930-9297-E5867D6574A0}" type="sibTrans" cxnId="{7D8DAAE7-0CC9-4E98-87F7-9E4B02E154A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F9460FA-B2F5-4235-B32C-A295084271C6}" type="node">
      <dgm:prSet/>
      <dgm:spPr bwMode="auto"/>
      <dgm:t>
        <a:bodyPr/>
        <a:lstStyle/>
        <a:p>
          <a:pPr>
            <a:defRPr/>
          </a:pPr>
          <a:r>
            <a:rPr lang="en-US"/>
            <a:t>Uses channel split and channel shuffle.</a:t>
          </a:r>
          <a:endParaRPr/>
        </a:p>
      </dgm:t>
    </dgm:pt>
    <dgm:pt modelId="{36BBB4F1-393E-4D77-838E-CE2CC0A04823}" type="parTrans" cxnId="{A417598A-3FF7-43CF-93F8-CAE91BC564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8CE0797-B905-4A02-858D-62E73607ACBA}" type="sibTrans" cxnId="{A417598A-3FF7-43CF-93F8-CAE91BC564D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06D9BBF-5770-4485-9816-C233DB4490DE}" type="node">
      <dgm:prSet/>
      <dgm:spPr bwMode="auto"/>
      <dgm:t>
        <a:bodyPr/>
        <a:lstStyle/>
        <a:p>
          <a:pPr>
            <a:defRPr/>
          </a:pPr>
          <a:r>
            <a:rPr lang="en-US"/>
            <a:t>Reduces memory access cost.</a:t>
          </a:r>
          <a:endParaRPr/>
        </a:p>
      </dgm:t>
    </dgm:pt>
    <dgm:pt modelId="{189DC474-A94E-4512-B7CD-044DC06A7C11}" type="parTrans" cxnId="{760D2B7D-7999-490C-ABB5-9F34A53705C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6F0F943-8F13-43FA-B73A-67165A3176EA}" type="sibTrans" cxnId="{760D2B7D-7999-490C-ABB5-9F34A53705C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900A7E6-973F-4453-A126-EACB517CAF91}" type="node">
      <dgm:prSet/>
      <dgm:spPr bwMode="auto"/>
      <dgm:t>
        <a:bodyPr/>
        <a:lstStyle/>
        <a:p>
          <a:pPr>
            <a:defRPr/>
          </a:pPr>
          <a:r>
            <a:rPr lang="en-US"/>
            <a:t>Balances accuracy and computational efficiency.</a:t>
          </a:r>
          <a:endParaRPr/>
        </a:p>
      </dgm:t>
    </dgm:pt>
    <dgm:pt modelId="{AD47CEB7-6581-433F-AD9E-4E40272010FB}" type="parTrans" cxnId="{9935F998-09C6-491E-83A2-5D5966CF67C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EF04025-29EB-45B5-80DC-300B69BB8D17}" type="sibTrans" cxnId="{9935F998-09C6-491E-83A2-5D5966CF67C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BEF27E7-2349-47AF-9950-6B058FE23230}" type="node">
      <dgm:prSet/>
      <dgm:spPr bwMode="auto"/>
      <dgm:t>
        <a:bodyPr/>
        <a:lstStyle/>
        <a:p>
          <a:pPr>
            <a:defRPr/>
          </a:pPr>
          <a:r>
            <a:rPr lang="en-US"/>
            <a:t>Suitable for FPGA and edge AI deployment.</a:t>
          </a:r>
          <a:endParaRPr/>
        </a:p>
      </dgm:t>
    </dgm:pt>
    <dgm:pt modelId="{FD873B01-ABA9-4304-955B-BDA5E1553C50}" type="parTrans" cxnId="{F03DC57F-AA3A-4474-8278-19EDDC22596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06EA43C-E83E-4E45-991F-EEA0BB4F500E}" type="sibTrans" cxnId="{F03DC57F-AA3A-4474-8278-19EDDC225963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5241D53-8C20-4E7B-8B2E-35686283029F}" type="pres">
      <dgm:prSet presAssocID="{696FD08E-5625-4D1F-877D-662BA453B7EC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76F322B8-1C9D-456A-941F-AB8D11D62498}" type="pres">
      <dgm:prSet presAssocID="{1CCF4CCC-F00B-4A63-AE80-24645CAE32D3}" presName="hierRoot1" presStyleCnt="0">
        <dgm:presLayoutVars>
          <dgm:hierBranch val="init"/>
        </dgm:presLayoutVars>
      </dgm:prSet>
      <dgm:spPr bwMode="auto"/>
    </dgm:pt>
    <dgm:pt modelId="{EB623CC0-580F-406F-93C0-43327E37FBAD}" type="pres">
      <dgm:prSet presAssocID="{1CCF4CCC-F00B-4A63-AE80-24645CAE32D3}" presName="rootComposite1" presStyleCnt="0"/>
      <dgm:spPr bwMode="auto"/>
    </dgm:pt>
    <dgm:pt modelId="{5BF812ED-6FFF-4C1B-B92A-807FC41FB1E5}" type="pres">
      <dgm:prSet presAssocID="{1CCF4CCC-F00B-4A63-AE80-24645CAE32D3}" presName="rootText1" presStyleLbl="node0" presStyleIdx="0" presStyleCnt="1">
        <dgm:presLayoutVars>
          <dgm:chPref val="3"/>
        </dgm:presLayoutVars>
      </dgm:prSet>
      <dgm:spPr bwMode="auto"/>
    </dgm:pt>
    <dgm:pt modelId="{F2DE737A-15D3-4AAD-92B2-D7DE8104EC5C}" type="pres">
      <dgm:prSet presAssocID="{1CCF4CCC-F00B-4A63-AE80-24645CAE32D3}" presName="rootConnector1" presStyleLbl="node1" presStyleIdx="0" presStyleCnt="0"/>
      <dgm:spPr bwMode="auto"/>
    </dgm:pt>
    <dgm:pt modelId="{2F76B4DD-EA11-45A9-A587-ABD9BF187233}" type="pres">
      <dgm:prSet presAssocID="{1CCF4CCC-F00B-4A63-AE80-24645CAE32D3}" presName="hierChild2" presStyleCnt="0"/>
      <dgm:spPr bwMode="auto"/>
    </dgm:pt>
    <dgm:pt modelId="{255A57EA-C741-490F-BAF3-BC72F6605310}" type="pres">
      <dgm:prSet presAssocID="{C87DA0DC-5E01-44B7-866E-63915B0CC040}" presName="Name37" presStyleLbl="parChTrans1D2" presStyleIdx="0" presStyleCnt="5"/>
      <dgm:spPr bwMode="auto"/>
    </dgm:pt>
    <dgm:pt modelId="{D356C0E1-45C6-4008-A1D7-37544D7CBA31}" type="pres">
      <dgm:prSet presAssocID="{B51B823D-88DC-4B88-84B8-CB2D3EE03476}" presName="hierRoot2" presStyleCnt="0">
        <dgm:presLayoutVars>
          <dgm:hierBranch val="init"/>
        </dgm:presLayoutVars>
      </dgm:prSet>
      <dgm:spPr bwMode="auto"/>
    </dgm:pt>
    <dgm:pt modelId="{476786B6-C813-4E0F-BCA3-E1D78806A53E}" type="pres">
      <dgm:prSet presAssocID="{B51B823D-88DC-4B88-84B8-CB2D3EE03476}" presName="rootComposite" presStyleCnt="0"/>
      <dgm:spPr bwMode="auto"/>
    </dgm:pt>
    <dgm:pt modelId="{00F2FE85-D9BD-4235-AAE0-9EBCCA96D7CD}" type="pres">
      <dgm:prSet presAssocID="{B51B823D-88DC-4B88-84B8-CB2D3EE03476}" presName="rootText" presStyleLbl="node2" presStyleIdx="0" presStyleCnt="5">
        <dgm:presLayoutVars>
          <dgm:chPref val="3"/>
        </dgm:presLayoutVars>
      </dgm:prSet>
      <dgm:spPr bwMode="auto"/>
    </dgm:pt>
    <dgm:pt modelId="{CC7E1B26-C8FE-47AD-825D-33463891C775}" type="pres">
      <dgm:prSet presAssocID="{B51B823D-88DC-4B88-84B8-CB2D3EE03476}" presName="rootConnector" presStyleLbl="node2" presStyleIdx="0" presStyleCnt="5"/>
      <dgm:spPr bwMode="auto"/>
    </dgm:pt>
    <dgm:pt modelId="{40AFD3C8-A68C-45BA-8B1F-6AD45D5EAECD}" type="pres">
      <dgm:prSet presAssocID="{B51B823D-88DC-4B88-84B8-CB2D3EE03476}" presName="hierChild4" presStyleCnt="0"/>
      <dgm:spPr bwMode="auto"/>
    </dgm:pt>
    <dgm:pt modelId="{CE528F3B-6BA4-4080-92B2-BFFF663DC3A1}" type="pres">
      <dgm:prSet presAssocID="{B51B823D-88DC-4B88-84B8-CB2D3EE03476}" presName="hierChild5" presStyleCnt="0"/>
      <dgm:spPr bwMode="auto"/>
    </dgm:pt>
    <dgm:pt modelId="{19AF0A2F-CF6C-469F-8E1A-A2FF2FDDB4D3}" type="pres">
      <dgm:prSet presAssocID="{36BBB4F1-393E-4D77-838E-CE2CC0A04823}" presName="Name37" presStyleLbl="parChTrans1D2" presStyleIdx="1" presStyleCnt="5"/>
      <dgm:spPr bwMode="auto"/>
    </dgm:pt>
    <dgm:pt modelId="{BBCDF22E-8E6A-42BB-A85A-E14B2AE80157}" type="pres">
      <dgm:prSet presAssocID="{6F9460FA-B2F5-4235-B32C-A295084271C6}" presName="hierRoot2" presStyleCnt="0">
        <dgm:presLayoutVars>
          <dgm:hierBranch val="init"/>
        </dgm:presLayoutVars>
      </dgm:prSet>
      <dgm:spPr bwMode="auto"/>
    </dgm:pt>
    <dgm:pt modelId="{193BB428-9C00-43C7-8B62-33C8251ABFA8}" type="pres">
      <dgm:prSet presAssocID="{6F9460FA-B2F5-4235-B32C-A295084271C6}" presName="rootComposite" presStyleCnt="0"/>
      <dgm:spPr bwMode="auto"/>
    </dgm:pt>
    <dgm:pt modelId="{8F7DAAE1-290E-42B4-B9BA-BAD23BFA6880}" type="pres">
      <dgm:prSet presAssocID="{6F9460FA-B2F5-4235-B32C-A295084271C6}" presName="rootText" presStyleLbl="node2" presStyleIdx="1" presStyleCnt="5">
        <dgm:presLayoutVars>
          <dgm:chPref val="3"/>
        </dgm:presLayoutVars>
      </dgm:prSet>
      <dgm:spPr bwMode="auto"/>
    </dgm:pt>
    <dgm:pt modelId="{FA6F6073-6E9F-4B47-AF6A-F0D0D7965C09}" type="pres">
      <dgm:prSet presAssocID="{6F9460FA-B2F5-4235-B32C-A295084271C6}" presName="rootConnector" presStyleLbl="node2" presStyleIdx="1" presStyleCnt="5"/>
      <dgm:spPr bwMode="auto"/>
    </dgm:pt>
    <dgm:pt modelId="{F4503C2E-3CAD-4836-8A11-66DAFBEB33FB}" type="pres">
      <dgm:prSet presAssocID="{6F9460FA-B2F5-4235-B32C-A295084271C6}" presName="hierChild4" presStyleCnt="0"/>
      <dgm:spPr bwMode="auto"/>
    </dgm:pt>
    <dgm:pt modelId="{26B360A2-3A6F-4428-942E-22C882444CB2}" type="pres">
      <dgm:prSet presAssocID="{6F9460FA-B2F5-4235-B32C-A295084271C6}" presName="hierChild5" presStyleCnt="0"/>
      <dgm:spPr bwMode="auto"/>
    </dgm:pt>
    <dgm:pt modelId="{F1CAF63C-F364-40A5-B407-F28F92AA12C6}" type="pres">
      <dgm:prSet presAssocID="{189DC474-A94E-4512-B7CD-044DC06A7C11}" presName="Name37" presStyleLbl="parChTrans1D2" presStyleIdx="2" presStyleCnt="5"/>
      <dgm:spPr bwMode="auto"/>
    </dgm:pt>
    <dgm:pt modelId="{8A7742C3-AFBD-4C4B-A294-BE8424032644}" type="pres">
      <dgm:prSet presAssocID="{A06D9BBF-5770-4485-9816-C233DB4490DE}" presName="hierRoot2" presStyleCnt="0">
        <dgm:presLayoutVars>
          <dgm:hierBranch val="init"/>
        </dgm:presLayoutVars>
      </dgm:prSet>
      <dgm:spPr bwMode="auto"/>
    </dgm:pt>
    <dgm:pt modelId="{128F10ED-FE4B-4725-BE15-88375E359FCD}" type="pres">
      <dgm:prSet presAssocID="{A06D9BBF-5770-4485-9816-C233DB4490DE}" presName="rootComposite" presStyleCnt="0"/>
      <dgm:spPr bwMode="auto"/>
    </dgm:pt>
    <dgm:pt modelId="{946AD251-00D8-4972-ABCB-96C75B7DD6C8}" type="pres">
      <dgm:prSet presAssocID="{A06D9BBF-5770-4485-9816-C233DB4490DE}" presName="rootText" presStyleLbl="node2" presStyleIdx="2" presStyleCnt="5">
        <dgm:presLayoutVars>
          <dgm:chPref val="3"/>
        </dgm:presLayoutVars>
      </dgm:prSet>
      <dgm:spPr bwMode="auto"/>
    </dgm:pt>
    <dgm:pt modelId="{2164BE25-67F3-45E0-8C73-56C8B7E0C1F3}" type="pres">
      <dgm:prSet presAssocID="{A06D9BBF-5770-4485-9816-C233DB4490DE}" presName="rootConnector" presStyleLbl="node2" presStyleIdx="2" presStyleCnt="5"/>
      <dgm:spPr bwMode="auto"/>
    </dgm:pt>
    <dgm:pt modelId="{60BD7BC2-8279-4391-BED7-C80F486FD6FF}" type="pres">
      <dgm:prSet presAssocID="{A06D9BBF-5770-4485-9816-C233DB4490DE}" presName="hierChild4" presStyleCnt="0"/>
      <dgm:spPr bwMode="auto"/>
    </dgm:pt>
    <dgm:pt modelId="{D8E9DA7D-5224-4055-AA77-FBEA2A0B162D}" type="pres">
      <dgm:prSet presAssocID="{A06D9BBF-5770-4485-9816-C233DB4490DE}" presName="hierChild5" presStyleCnt="0"/>
      <dgm:spPr bwMode="auto"/>
    </dgm:pt>
    <dgm:pt modelId="{9ABA7993-9DFA-401C-A5FC-A311442DCCC8}" type="pres">
      <dgm:prSet presAssocID="{AD47CEB7-6581-433F-AD9E-4E40272010FB}" presName="Name37" presStyleLbl="parChTrans1D2" presStyleIdx="3" presStyleCnt="5"/>
      <dgm:spPr bwMode="auto"/>
    </dgm:pt>
    <dgm:pt modelId="{8EA6E6D5-3BBF-4CC2-82C5-249CAEEE9E95}" type="pres">
      <dgm:prSet presAssocID="{6900A7E6-973F-4453-A126-EACB517CAF91}" presName="hierRoot2" presStyleCnt="0">
        <dgm:presLayoutVars>
          <dgm:hierBranch val="init"/>
        </dgm:presLayoutVars>
      </dgm:prSet>
      <dgm:spPr bwMode="auto"/>
    </dgm:pt>
    <dgm:pt modelId="{ED829DED-898E-4670-8F54-2CA818D6C269}" type="pres">
      <dgm:prSet presAssocID="{6900A7E6-973F-4453-A126-EACB517CAF91}" presName="rootComposite" presStyleCnt="0"/>
      <dgm:spPr bwMode="auto"/>
    </dgm:pt>
    <dgm:pt modelId="{AA73CBAC-5062-4227-82A0-ADB5F2B19DD2}" type="pres">
      <dgm:prSet presAssocID="{6900A7E6-973F-4453-A126-EACB517CAF91}" presName="rootText" presStyleLbl="node2" presStyleIdx="3" presStyleCnt="5">
        <dgm:presLayoutVars>
          <dgm:chPref val="3"/>
        </dgm:presLayoutVars>
      </dgm:prSet>
      <dgm:spPr bwMode="auto"/>
    </dgm:pt>
    <dgm:pt modelId="{7976529B-09ED-4529-BD48-444EDC7ACA49}" type="pres">
      <dgm:prSet presAssocID="{6900A7E6-973F-4453-A126-EACB517CAF91}" presName="rootConnector" presStyleLbl="node2" presStyleIdx="3" presStyleCnt="5"/>
      <dgm:spPr bwMode="auto"/>
    </dgm:pt>
    <dgm:pt modelId="{A6756A30-D81F-4B6A-ABA5-65343CA9204D}" type="pres">
      <dgm:prSet presAssocID="{6900A7E6-973F-4453-A126-EACB517CAF91}" presName="hierChild4" presStyleCnt="0"/>
      <dgm:spPr bwMode="auto"/>
    </dgm:pt>
    <dgm:pt modelId="{F5ACB4A7-4B29-48E1-AA22-AB0874C5E80B}" type="pres">
      <dgm:prSet presAssocID="{6900A7E6-973F-4453-A126-EACB517CAF91}" presName="hierChild5" presStyleCnt="0"/>
      <dgm:spPr bwMode="auto"/>
    </dgm:pt>
    <dgm:pt modelId="{1EEE293D-EE0E-40EB-AA4D-304C90B6B90E}" type="pres">
      <dgm:prSet presAssocID="{FD873B01-ABA9-4304-955B-BDA5E1553C50}" presName="Name37" presStyleLbl="parChTrans1D2" presStyleIdx="4" presStyleCnt="5"/>
      <dgm:spPr bwMode="auto"/>
    </dgm:pt>
    <dgm:pt modelId="{661909A4-FD76-461E-B166-FDAC86393FBF}" type="pres">
      <dgm:prSet presAssocID="{9BEF27E7-2349-47AF-9950-6B058FE23230}" presName="hierRoot2" presStyleCnt="0">
        <dgm:presLayoutVars>
          <dgm:hierBranch val="init"/>
        </dgm:presLayoutVars>
      </dgm:prSet>
      <dgm:spPr bwMode="auto"/>
    </dgm:pt>
    <dgm:pt modelId="{80087596-DFBE-4E08-89EF-F197AAC4329A}" type="pres">
      <dgm:prSet presAssocID="{9BEF27E7-2349-47AF-9950-6B058FE23230}" presName="rootComposite" presStyleCnt="0"/>
      <dgm:spPr bwMode="auto"/>
    </dgm:pt>
    <dgm:pt modelId="{D1EE5FD5-089D-4F15-AFCC-2A4E0F4501C3}" type="pres">
      <dgm:prSet presAssocID="{9BEF27E7-2349-47AF-9950-6B058FE23230}" presName="rootText" presStyleLbl="node2" presStyleIdx="4" presStyleCnt="5">
        <dgm:presLayoutVars>
          <dgm:chPref val="3"/>
        </dgm:presLayoutVars>
      </dgm:prSet>
      <dgm:spPr bwMode="auto"/>
    </dgm:pt>
    <dgm:pt modelId="{D851EF66-99F8-4044-BF20-24383B16EA51}" type="pres">
      <dgm:prSet presAssocID="{9BEF27E7-2349-47AF-9950-6B058FE23230}" presName="rootConnector" presStyleLbl="node2" presStyleIdx="4" presStyleCnt="5"/>
      <dgm:spPr bwMode="auto"/>
    </dgm:pt>
    <dgm:pt modelId="{8CD46C3A-B030-4F1C-8381-C6247329A6A9}" type="pres">
      <dgm:prSet presAssocID="{9BEF27E7-2349-47AF-9950-6B058FE23230}" presName="hierChild4" presStyleCnt="0"/>
      <dgm:spPr bwMode="auto"/>
    </dgm:pt>
    <dgm:pt modelId="{AD8C4EB5-398E-445C-89D5-464DBF156817}" type="pres">
      <dgm:prSet presAssocID="{9BEF27E7-2349-47AF-9950-6B058FE23230}" presName="hierChild5" presStyleCnt="0"/>
      <dgm:spPr bwMode="auto"/>
    </dgm:pt>
    <dgm:pt modelId="{D8477B72-A897-4C24-AC8F-1B1572133A86}" type="pres">
      <dgm:prSet presAssocID="{1CCF4CCC-F00B-4A63-AE80-24645CAE32D3}" presName="hierChild3" presStyleCnt="0"/>
      <dgm:spPr bwMode="auto"/>
    </dgm:pt>
  </dgm:ptLst>
  <dgm:cxnLst>
    <dgm:cxn modelId="{8F151F14-F43A-4432-AC95-BD800D87E911}" type="presOf" srcId="{6900A7E6-973F-4453-A126-EACB517CAF91}" destId="{AA73CBAC-5062-4227-82A0-ADB5F2B19DD2}" srcOrd="0" destOrd="0" presId="urn:microsoft.com/office/officeart/2005/8/layout/orgChart1"/>
    <dgm:cxn modelId="{82B42431-BE65-44BD-B27D-2BF189678D7C}" type="presOf" srcId="{C87DA0DC-5E01-44B7-866E-63915B0CC040}" destId="{255A57EA-C741-490F-BAF3-BC72F6605310}" srcOrd="0" destOrd="0" presId="urn:microsoft.com/office/officeart/2005/8/layout/orgChart1"/>
    <dgm:cxn modelId="{4009E766-4D71-4248-81CF-25417C2245D7}" type="presOf" srcId="{36BBB4F1-393E-4D77-838E-CE2CC0A04823}" destId="{19AF0A2F-CF6C-469F-8E1A-A2FF2FDDB4D3}" srcOrd="0" destOrd="0" presId="urn:microsoft.com/office/officeart/2005/8/layout/orgChart1"/>
    <dgm:cxn modelId="{760D2B7D-7999-490C-ABB5-9F34A53705C7}" type="parOf" srcId="{1CCF4CCC-F00B-4A63-AE80-24645CAE32D3}" destId="{A06D9BBF-5770-4485-9816-C233DB4490DE}" srcOrd="2" destOrd="0" parTransId="{189DC474-A94E-4512-B7CD-044DC06A7C11}" sibTransId="{F6F0F943-8F13-43FA-B73A-67165A3176EA}"/>
    <dgm:cxn modelId="{F03DC57F-AA3A-4474-8278-19EDDC225963}" type="parOf" srcId="{1CCF4CCC-F00B-4A63-AE80-24645CAE32D3}" destId="{9BEF27E7-2349-47AF-9950-6B058FE23230}" srcOrd="4" destOrd="0" parTransId="{FD873B01-ABA9-4304-955B-BDA5E1553C50}" sibTransId="{406EA43C-E83E-4E45-991F-EEA0BB4F500E}"/>
    <dgm:cxn modelId="{61D96481-23EE-48E1-9F67-F04BF3667C3B}" type="presOf" srcId="{9BEF27E7-2349-47AF-9950-6B058FE23230}" destId="{D1EE5FD5-089D-4F15-AFCC-2A4E0F4501C3}" srcOrd="0" destOrd="0" presId="urn:microsoft.com/office/officeart/2005/8/layout/orgChart1"/>
    <dgm:cxn modelId="{A417598A-3FF7-43CF-93F8-CAE91BC564D8}" type="parOf" srcId="{1CCF4CCC-F00B-4A63-AE80-24645CAE32D3}" destId="{6F9460FA-B2F5-4235-B32C-A295084271C6}" srcOrd="1" destOrd="0" parTransId="{36BBB4F1-393E-4D77-838E-CE2CC0A04823}" sibTransId="{98CE0797-B905-4A02-858D-62E73607ACBA}"/>
    <dgm:cxn modelId="{D7054D8B-A5C6-45A0-A5A0-3120D019CBDC}" type="presOf" srcId="{696FD08E-5625-4D1F-877D-662BA453B7EC}" destId="{95241D53-8C20-4E7B-8B2E-35686283029F}" srcOrd="0" destOrd="0" presId="urn:microsoft.com/office/officeart/2005/8/layout/orgChart1"/>
    <dgm:cxn modelId="{7F1B4491-3E24-487C-93B9-554CE4D40F5A}" type="presOf" srcId="{1CCF4CCC-F00B-4A63-AE80-24645CAE32D3}" destId="{5BF812ED-6FFF-4C1B-B92A-807FC41FB1E5}" srcOrd="0" destOrd="0" presId="urn:microsoft.com/office/officeart/2005/8/layout/orgChart1"/>
    <dgm:cxn modelId="{9935F998-09C6-491E-83A2-5D5966CF67CB}" type="parOf" srcId="{1CCF4CCC-F00B-4A63-AE80-24645CAE32D3}" destId="{6900A7E6-973F-4453-A126-EACB517CAF91}" srcOrd="3" destOrd="0" parTransId="{AD47CEB7-6581-433F-AD9E-4E40272010FB}" sibTransId="{FEF04025-29EB-45B5-80DC-300B69BB8D17}"/>
    <dgm:cxn modelId="{851519AD-3C52-40D9-B3A1-067DB6538356}" type="presOf" srcId="{6F9460FA-B2F5-4235-B32C-A295084271C6}" destId="{8F7DAAE1-290E-42B4-B9BA-BAD23BFA6880}" srcOrd="0" destOrd="0" presId="urn:microsoft.com/office/officeart/2005/8/layout/orgChart1"/>
    <dgm:cxn modelId="{AED4F7B5-6CC3-4382-884E-193B37235DAE}" type="presOf" srcId="{FD873B01-ABA9-4304-955B-BDA5E1553C50}" destId="{1EEE293D-EE0E-40EB-AA4D-304C90B6B90E}" srcOrd="0" destOrd="0" presId="urn:microsoft.com/office/officeart/2005/8/layout/orgChart1"/>
    <dgm:cxn modelId="{3253B4BA-000D-477E-A997-20A9AC7880CE}" type="presOf" srcId="{189DC474-A94E-4512-B7CD-044DC06A7C11}" destId="{F1CAF63C-F364-40A5-B407-F28F92AA12C6}" srcOrd="0" destOrd="0" presId="urn:microsoft.com/office/officeart/2005/8/layout/orgChart1"/>
    <dgm:cxn modelId="{B311E1C9-3980-4F16-9620-F2B2087F910E}" type="presOf" srcId="{AD47CEB7-6581-433F-AD9E-4E40272010FB}" destId="{9ABA7993-9DFA-401C-A5FC-A311442DCCC8}" srcOrd="0" destOrd="0" presId="urn:microsoft.com/office/officeart/2005/8/layout/orgChart1"/>
    <dgm:cxn modelId="{B2815ECC-FBA8-4A53-85E8-6A1AA76825F6}" type="parOf" srcId="{696FD08E-5625-4D1F-877D-662BA453B7EC}" destId="{1CCF4CCC-F00B-4A63-AE80-24645CAE32D3}" srcOrd="0" destOrd="0" parTransId="{24D42649-E222-4581-B6FD-79FD74D01469}" sibTransId="{8A89891E-F3B1-4F23-8D5A-C1719DF6A38B}"/>
    <dgm:cxn modelId="{8B372ACF-CA71-416D-BD05-70F058E7B0FA}" type="presOf" srcId="{B51B823D-88DC-4B88-84B8-CB2D3EE03476}" destId="{00F2FE85-D9BD-4235-AAE0-9EBCCA96D7CD}" srcOrd="0" destOrd="0" presId="urn:microsoft.com/office/officeart/2005/8/layout/orgChart1"/>
    <dgm:cxn modelId="{B3C7CBCF-2CDF-473C-B91A-3CD435270909}" type="presOf" srcId="{A06D9BBF-5770-4485-9816-C233DB4490DE}" destId="{946AD251-00D8-4972-ABCB-96C75B7DD6C8}" srcOrd="0" destOrd="0" presId="urn:microsoft.com/office/officeart/2005/8/layout/orgChart1"/>
    <dgm:cxn modelId="{7D8DAAE7-0CC9-4E98-87F7-9E4B02E154A2}" type="parOf" srcId="{1CCF4CCC-F00B-4A63-AE80-24645CAE32D3}" destId="{B51B823D-88DC-4B88-84B8-CB2D3EE03476}" srcOrd="0" destOrd="0" parTransId="{C87DA0DC-5E01-44B7-866E-63915B0CC040}" sibTransId="{16D8D067-5E9D-4930-9297-E5867D6574A0}"/>
    <dgm:cxn modelId="{08DF829B-39E1-46AA-B20B-FC3529B42E27}" type="presParOf" srcId="{95241D53-8C20-4E7B-8B2E-35686283029F}" destId="{76F322B8-1C9D-456A-941F-AB8D11D62498}" srcOrd="0" destOrd="0" presId="urn:microsoft.com/office/officeart/2005/8/layout/orgChart1"/>
    <dgm:cxn modelId="{9C6BCAC3-372F-4665-B0CC-1E6AD3C03DED}" type="presParOf" srcId="{76F322B8-1C9D-456A-941F-AB8D11D62498}" destId="{EB623CC0-580F-406F-93C0-43327E37FBAD}" srcOrd="0" destOrd="0" presId="urn:microsoft.com/office/officeart/2005/8/layout/orgChart1"/>
    <dgm:cxn modelId="{7693B87D-21D6-4FDF-AA1A-F81754C29645}" type="presParOf" srcId="{EB623CC0-580F-406F-93C0-43327E37FBAD}" destId="{5BF812ED-6FFF-4C1B-B92A-807FC41FB1E5}" srcOrd="0" destOrd="0" presId="urn:microsoft.com/office/officeart/2005/8/layout/orgChart1"/>
    <dgm:cxn modelId="{737AF9ED-433F-4C55-9976-F96A020003DF}" type="presParOf" srcId="{EB623CC0-580F-406F-93C0-43327E37FBAD}" destId="{F2DE737A-15D3-4AAD-92B2-D7DE8104EC5C}" srcOrd="1" destOrd="0" presId="urn:microsoft.com/office/officeart/2005/8/layout/orgChart1"/>
    <dgm:cxn modelId="{5B0F75E7-136C-4DAC-B867-89D0B9BBC158}" type="presParOf" srcId="{76F322B8-1C9D-456A-941F-AB8D11D62498}" destId="{2F76B4DD-EA11-45A9-A587-ABD9BF187233}" srcOrd="1" destOrd="0" presId="urn:microsoft.com/office/officeart/2005/8/layout/orgChart1"/>
    <dgm:cxn modelId="{BA4CE962-6C76-4363-80AC-4CB3A1DB7A7E}" type="presParOf" srcId="{2F76B4DD-EA11-45A9-A587-ABD9BF187233}" destId="{255A57EA-C741-490F-BAF3-BC72F6605310}" srcOrd="0" destOrd="0" presId="urn:microsoft.com/office/officeart/2005/8/layout/orgChart1"/>
    <dgm:cxn modelId="{21C87745-2068-40FA-9D5B-F6AE148A8BED}" type="presParOf" srcId="{2F76B4DD-EA11-45A9-A587-ABD9BF187233}" destId="{D356C0E1-45C6-4008-A1D7-37544D7CBA31}" srcOrd="1" destOrd="0" presId="urn:microsoft.com/office/officeart/2005/8/layout/orgChart1"/>
    <dgm:cxn modelId="{E6DDC040-BB9F-4962-AFB6-4604D4A5838E}" type="presParOf" srcId="{D356C0E1-45C6-4008-A1D7-37544D7CBA31}" destId="{476786B6-C813-4E0F-BCA3-E1D78806A53E}" srcOrd="0" destOrd="0" presId="urn:microsoft.com/office/officeart/2005/8/layout/orgChart1"/>
    <dgm:cxn modelId="{FDA3903D-6C57-403E-9ED9-C983E04451EE}" type="presParOf" srcId="{476786B6-C813-4E0F-BCA3-E1D78806A53E}" destId="{00F2FE85-D9BD-4235-AAE0-9EBCCA96D7CD}" srcOrd="0" destOrd="0" presId="urn:microsoft.com/office/officeart/2005/8/layout/orgChart1"/>
    <dgm:cxn modelId="{F70F264B-4D30-4989-9EF1-B353E4EAEF85}" type="presParOf" srcId="{476786B6-C813-4E0F-BCA3-E1D78806A53E}" destId="{CC7E1B26-C8FE-47AD-825D-33463891C775}" srcOrd="1" destOrd="0" presId="urn:microsoft.com/office/officeart/2005/8/layout/orgChart1"/>
    <dgm:cxn modelId="{75F581DC-1F36-40CC-8A5E-D751BDC90EC9}" type="presParOf" srcId="{D356C0E1-45C6-4008-A1D7-37544D7CBA31}" destId="{40AFD3C8-A68C-45BA-8B1F-6AD45D5EAECD}" srcOrd="1" destOrd="0" presId="urn:microsoft.com/office/officeart/2005/8/layout/orgChart1"/>
    <dgm:cxn modelId="{C5A06840-4408-4911-9648-C3833E131562}" type="presParOf" srcId="{D356C0E1-45C6-4008-A1D7-37544D7CBA31}" destId="{CE528F3B-6BA4-4080-92B2-BFFF663DC3A1}" srcOrd="2" destOrd="0" presId="urn:microsoft.com/office/officeart/2005/8/layout/orgChart1"/>
    <dgm:cxn modelId="{C566A1C7-700D-4AE5-9069-001B83BD78CC}" type="presParOf" srcId="{2F76B4DD-EA11-45A9-A587-ABD9BF187233}" destId="{19AF0A2F-CF6C-469F-8E1A-A2FF2FDDB4D3}" srcOrd="2" destOrd="0" presId="urn:microsoft.com/office/officeart/2005/8/layout/orgChart1"/>
    <dgm:cxn modelId="{959A9DB5-F942-4C33-9570-CF99D8DB9AF0}" type="presParOf" srcId="{2F76B4DD-EA11-45A9-A587-ABD9BF187233}" destId="{BBCDF22E-8E6A-42BB-A85A-E14B2AE80157}" srcOrd="3" destOrd="0" presId="urn:microsoft.com/office/officeart/2005/8/layout/orgChart1"/>
    <dgm:cxn modelId="{530E00AE-51A0-4B7E-A7E9-C6A43B41FD87}" type="presParOf" srcId="{BBCDF22E-8E6A-42BB-A85A-E14B2AE80157}" destId="{193BB428-9C00-43C7-8B62-33C8251ABFA8}" srcOrd="0" destOrd="0" presId="urn:microsoft.com/office/officeart/2005/8/layout/orgChart1"/>
    <dgm:cxn modelId="{1FBC790F-BC9F-4B95-8A09-7C881D261BA3}" type="presParOf" srcId="{193BB428-9C00-43C7-8B62-33C8251ABFA8}" destId="{8F7DAAE1-290E-42B4-B9BA-BAD23BFA6880}" srcOrd="0" destOrd="0" presId="urn:microsoft.com/office/officeart/2005/8/layout/orgChart1"/>
    <dgm:cxn modelId="{EF039A02-2EF2-4ECD-926E-97AE1257F974}" type="presParOf" srcId="{193BB428-9C00-43C7-8B62-33C8251ABFA8}" destId="{FA6F6073-6E9F-4B47-AF6A-F0D0D7965C09}" srcOrd="1" destOrd="0" presId="urn:microsoft.com/office/officeart/2005/8/layout/orgChart1"/>
    <dgm:cxn modelId="{02D2F777-3032-4F67-99F6-1016E0B930FF}" type="presParOf" srcId="{BBCDF22E-8E6A-42BB-A85A-E14B2AE80157}" destId="{F4503C2E-3CAD-4836-8A11-66DAFBEB33FB}" srcOrd="1" destOrd="0" presId="urn:microsoft.com/office/officeart/2005/8/layout/orgChart1"/>
    <dgm:cxn modelId="{971FF460-E2EA-45A6-ADD1-8EAD142E48ED}" type="presParOf" srcId="{BBCDF22E-8E6A-42BB-A85A-E14B2AE80157}" destId="{26B360A2-3A6F-4428-942E-22C882444CB2}" srcOrd="2" destOrd="0" presId="urn:microsoft.com/office/officeart/2005/8/layout/orgChart1"/>
    <dgm:cxn modelId="{60DADC48-E0FC-4DF7-B453-7A17D799102F}" type="presParOf" srcId="{2F76B4DD-EA11-45A9-A587-ABD9BF187233}" destId="{F1CAF63C-F364-40A5-B407-F28F92AA12C6}" srcOrd="4" destOrd="0" presId="urn:microsoft.com/office/officeart/2005/8/layout/orgChart1"/>
    <dgm:cxn modelId="{FC0AF635-226E-440B-825D-DAEC07D2019A}" type="presParOf" srcId="{2F76B4DD-EA11-45A9-A587-ABD9BF187233}" destId="{8A7742C3-AFBD-4C4B-A294-BE8424032644}" srcOrd="5" destOrd="0" presId="urn:microsoft.com/office/officeart/2005/8/layout/orgChart1"/>
    <dgm:cxn modelId="{201560F3-4282-4361-8549-502BCECE3D3B}" type="presParOf" srcId="{8A7742C3-AFBD-4C4B-A294-BE8424032644}" destId="{128F10ED-FE4B-4725-BE15-88375E359FCD}" srcOrd="0" destOrd="0" presId="urn:microsoft.com/office/officeart/2005/8/layout/orgChart1"/>
    <dgm:cxn modelId="{F8D0A6C8-6BDF-4C01-9F66-18ECB7DC0BEE}" type="presParOf" srcId="{128F10ED-FE4B-4725-BE15-88375E359FCD}" destId="{946AD251-00D8-4972-ABCB-96C75B7DD6C8}" srcOrd="0" destOrd="0" presId="urn:microsoft.com/office/officeart/2005/8/layout/orgChart1"/>
    <dgm:cxn modelId="{94513518-324B-47D4-9F33-D2E344008B54}" type="presParOf" srcId="{128F10ED-FE4B-4725-BE15-88375E359FCD}" destId="{2164BE25-67F3-45E0-8C73-56C8B7E0C1F3}" srcOrd="1" destOrd="0" presId="urn:microsoft.com/office/officeart/2005/8/layout/orgChart1"/>
    <dgm:cxn modelId="{691F0C8C-A92B-4769-8BEA-421BF4FC349C}" type="presParOf" srcId="{8A7742C3-AFBD-4C4B-A294-BE8424032644}" destId="{60BD7BC2-8279-4391-BED7-C80F486FD6FF}" srcOrd="1" destOrd="0" presId="urn:microsoft.com/office/officeart/2005/8/layout/orgChart1"/>
    <dgm:cxn modelId="{F7E18DC5-048B-4BA2-BC85-B5BFFA11647A}" type="presParOf" srcId="{8A7742C3-AFBD-4C4B-A294-BE8424032644}" destId="{D8E9DA7D-5224-4055-AA77-FBEA2A0B162D}" srcOrd="2" destOrd="0" presId="urn:microsoft.com/office/officeart/2005/8/layout/orgChart1"/>
    <dgm:cxn modelId="{B2226FC0-7C64-4AEE-81AB-3717AFC86195}" type="presParOf" srcId="{2F76B4DD-EA11-45A9-A587-ABD9BF187233}" destId="{9ABA7993-9DFA-401C-A5FC-A311442DCCC8}" srcOrd="6" destOrd="0" presId="urn:microsoft.com/office/officeart/2005/8/layout/orgChart1"/>
    <dgm:cxn modelId="{6483E8FB-EDE1-4CC9-89C5-64FBFC6511B7}" type="presParOf" srcId="{2F76B4DD-EA11-45A9-A587-ABD9BF187233}" destId="{8EA6E6D5-3BBF-4CC2-82C5-249CAEEE9E95}" srcOrd="7" destOrd="0" presId="urn:microsoft.com/office/officeart/2005/8/layout/orgChart1"/>
    <dgm:cxn modelId="{EC8C31D5-368A-4507-8E91-0B0F425C69C3}" type="presParOf" srcId="{8EA6E6D5-3BBF-4CC2-82C5-249CAEEE9E95}" destId="{ED829DED-898E-4670-8F54-2CA818D6C269}" srcOrd="0" destOrd="0" presId="urn:microsoft.com/office/officeart/2005/8/layout/orgChart1"/>
    <dgm:cxn modelId="{07CF3568-D89F-4DCB-93EC-636BADC16FCC}" type="presParOf" srcId="{ED829DED-898E-4670-8F54-2CA818D6C269}" destId="{AA73CBAC-5062-4227-82A0-ADB5F2B19DD2}" srcOrd="0" destOrd="0" presId="urn:microsoft.com/office/officeart/2005/8/layout/orgChart1"/>
    <dgm:cxn modelId="{97B66CA3-C63F-4CA5-856A-FBCA358C7482}" type="presParOf" srcId="{ED829DED-898E-4670-8F54-2CA818D6C269}" destId="{7976529B-09ED-4529-BD48-444EDC7ACA49}" srcOrd="1" destOrd="0" presId="urn:microsoft.com/office/officeart/2005/8/layout/orgChart1"/>
    <dgm:cxn modelId="{3FF2E3AE-6831-48B9-866F-002386560CD0}" type="presParOf" srcId="{8EA6E6D5-3BBF-4CC2-82C5-249CAEEE9E95}" destId="{A6756A30-D81F-4B6A-ABA5-65343CA9204D}" srcOrd="1" destOrd="0" presId="urn:microsoft.com/office/officeart/2005/8/layout/orgChart1"/>
    <dgm:cxn modelId="{7205F5C1-2505-4FDD-91C2-E59E76DAA628}" type="presParOf" srcId="{8EA6E6D5-3BBF-4CC2-82C5-249CAEEE9E95}" destId="{F5ACB4A7-4B29-48E1-AA22-AB0874C5E80B}" srcOrd="2" destOrd="0" presId="urn:microsoft.com/office/officeart/2005/8/layout/orgChart1"/>
    <dgm:cxn modelId="{69594B18-2AF2-4440-9D58-9985B7128102}" type="presParOf" srcId="{2F76B4DD-EA11-45A9-A587-ABD9BF187233}" destId="{1EEE293D-EE0E-40EB-AA4D-304C90B6B90E}" srcOrd="8" destOrd="0" presId="urn:microsoft.com/office/officeart/2005/8/layout/orgChart1"/>
    <dgm:cxn modelId="{36B253B3-76EC-44FA-83F1-7287F28790A9}" type="presParOf" srcId="{2F76B4DD-EA11-45A9-A587-ABD9BF187233}" destId="{661909A4-FD76-461E-B166-FDAC86393FBF}" srcOrd="9" destOrd="0" presId="urn:microsoft.com/office/officeart/2005/8/layout/orgChart1"/>
    <dgm:cxn modelId="{0D1FF792-ACF0-4EEC-8FAA-C212CBB90F6C}" type="presParOf" srcId="{661909A4-FD76-461E-B166-FDAC86393FBF}" destId="{80087596-DFBE-4E08-89EF-F197AAC4329A}" srcOrd="0" destOrd="0" presId="urn:microsoft.com/office/officeart/2005/8/layout/orgChart1"/>
    <dgm:cxn modelId="{BCE33834-3973-4A6D-A4AC-A39781D39F9A}" type="presParOf" srcId="{80087596-DFBE-4E08-89EF-F197AAC4329A}" destId="{D1EE5FD5-089D-4F15-AFCC-2A4E0F4501C3}" srcOrd="0" destOrd="0" presId="urn:microsoft.com/office/officeart/2005/8/layout/orgChart1"/>
    <dgm:cxn modelId="{A9EDBFC0-BEBA-45D8-9D6D-50AB9F49F6BC}" type="presParOf" srcId="{80087596-DFBE-4E08-89EF-F197AAC4329A}" destId="{D851EF66-99F8-4044-BF20-24383B16EA51}" srcOrd="1" destOrd="0" presId="urn:microsoft.com/office/officeart/2005/8/layout/orgChart1"/>
    <dgm:cxn modelId="{7DB1EA70-8F70-4839-8785-D5AF48D46AAB}" type="presParOf" srcId="{661909A4-FD76-461E-B166-FDAC86393FBF}" destId="{8CD46C3A-B030-4F1C-8381-C6247329A6A9}" srcOrd="1" destOrd="0" presId="urn:microsoft.com/office/officeart/2005/8/layout/orgChart1"/>
    <dgm:cxn modelId="{EB21EB50-4B6E-4471-A75B-49C448B4D689}" type="presParOf" srcId="{661909A4-FD76-461E-B166-FDAC86393FBF}" destId="{AD8C4EB5-398E-445C-89D5-464DBF156817}" srcOrd="2" destOrd="0" presId="urn:microsoft.com/office/officeart/2005/8/layout/orgChart1"/>
    <dgm:cxn modelId="{0CE8B837-4200-4A9C-A846-5B15008E544C}" type="presParOf" srcId="{76F322B8-1C9D-456A-941F-AB8D11D62498}" destId="{D8477B72-A897-4C24-AC8F-1B1572133A8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F5283DB5-A985-416D-8933-5C9CD7931ED3}" type="doc">
      <dgm:prSet loTypeId="urn:microsoft.com/office/officeart/2005/8/layout/arrow6" loCatId="relationship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83BC90D1-18A6-4081-818B-522D42593943}" type="node">
      <dgm:prSet/>
      <dgm:spPr bwMode="auto"/>
      <dgm:t>
        <a:bodyPr/>
        <a:lstStyle/>
        <a:p>
          <a:pPr>
            <a:defRPr/>
          </a:pPr>
          <a:r>
            <a:rPr lang="en-US"/>
            <a:t>FPGA CNN accelerators </a:t>
          </a:r>
          <a:endParaRPr/>
        </a:p>
      </dgm:t>
    </dgm:pt>
    <dgm:pt modelId="{82EDC6AD-DEC0-4FE8-AD3E-46F9823564F6}" type="parTrans" cxnId="{C9D8A188-9778-4F1A-AF0B-19D51078DBA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FA5CA9A-43C1-4D60-9F5F-3EBB5D74F117}" type="sibTrans" cxnId="{C9D8A188-9778-4F1A-AF0B-19D51078DBA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2FE6B59-47CB-4A99-8C40-EC2F368B8510}" type="node">
      <dgm:prSet/>
      <dgm:spPr bwMode="auto"/>
      <dgm:t>
        <a:bodyPr/>
        <a:lstStyle/>
        <a:p>
          <a:pPr>
            <a:defRPr/>
          </a:pPr>
          <a:r>
            <a:rPr lang="en-US"/>
            <a:t>Focus on performance only</a:t>
          </a:r>
          <a:endParaRPr/>
        </a:p>
      </dgm:t>
    </dgm:pt>
    <dgm:pt modelId="{3F23573D-5109-4726-A6D5-09901DBC9B79}" type="parTrans" cxnId="{7E45CC0F-74F8-4C3B-8C8A-10B7CB81A89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C9D2842-3C11-428A-8A5C-A3308F17A6FA}" type="sibTrans" cxnId="{7E45CC0F-74F8-4C3B-8C8A-10B7CB81A89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452FAE4-8B0A-4D92-BFE7-5799497F33A6}" type="pres">
      <dgm:prSet presAssocID="{F5283DB5-A985-416D-8933-5C9CD7931ED3}" presName="compositeShape" presStyleCnt="0">
        <dgm:presLayoutVars>
          <dgm:chMax val="2"/>
          <dgm:dir val="norm"/>
          <dgm:resizeHandles val="exact"/>
        </dgm:presLayoutVars>
      </dgm:prSet>
      <dgm:spPr bwMode="auto"/>
    </dgm:pt>
    <dgm:pt modelId="{64E5509F-7B5C-497C-B65F-98F35EE10780}" type="pres">
      <dgm:prSet presAssocID="{F5283DB5-A985-416D-8933-5C9CD7931ED3}" presName="ribbon" presStyleLbl="node1" presStyleIdx="0" presStyleCnt="1"/>
      <dgm:spPr bwMode="auto"/>
    </dgm:pt>
    <dgm:pt modelId="{929B87A9-7FD8-44C1-9E6D-15B48AC8F95B}" type="pres">
      <dgm:prSet presAssocID="{F5283DB5-A985-416D-8933-5C9CD7931ED3}" presName="leftArrowText" presStyleLbl="node1" presStyleIdx="0" presStyleCnt="1">
        <dgm:presLayoutVars>
          <dgm:chMax val="0"/>
          <dgm:bulletEnabled val="1"/>
        </dgm:presLayoutVars>
      </dgm:prSet>
      <dgm:spPr bwMode="auto"/>
    </dgm:pt>
    <dgm:pt modelId="{20FAEF90-9350-4E45-B72A-59A8C4D2FACD}" type="pres">
      <dgm:prSet presAssocID="{F5283DB5-A985-416D-8933-5C9CD7931ED3}" presName="rightArrowText" presStyleLbl="node1" presStyleIdx="0" presStyleCnt="1">
        <dgm:presLayoutVars>
          <dgm:chMax val="0"/>
          <dgm:bulletEnabled val="1"/>
        </dgm:presLayoutVars>
      </dgm:prSet>
      <dgm:spPr bwMode="auto"/>
    </dgm:pt>
  </dgm:ptLst>
  <dgm:cxnLst>
    <dgm:cxn modelId="{7E45CC0F-74F8-4C3B-8C8A-10B7CB81A898}" type="parOf" srcId="{F5283DB5-A985-416D-8933-5C9CD7931ED3}" destId="{72FE6B59-47CB-4A99-8C40-EC2F368B8510}" srcOrd="1" destOrd="0" parTransId="{3F23573D-5109-4726-A6D5-09901DBC9B79}" sibTransId="{9C9D2842-3C11-428A-8A5C-A3308F17A6FA}"/>
    <dgm:cxn modelId="{81EC9F37-A184-4240-9FE3-1011C5022FFC}" type="presOf" srcId="{F5283DB5-A985-416D-8933-5C9CD7931ED3}" destId="{E452FAE4-8B0A-4D92-BFE7-5799497F33A6}" srcOrd="0" destOrd="0" presId="urn:microsoft.com/office/officeart/2005/8/layout/arrow6"/>
    <dgm:cxn modelId="{C978E839-A303-4EC3-8218-473188ED1123}" type="presOf" srcId="{83BC90D1-18A6-4081-818B-522D42593943}" destId="{929B87A9-7FD8-44C1-9E6D-15B48AC8F95B}" srcOrd="0" destOrd="0" presId="urn:microsoft.com/office/officeart/2005/8/layout/arrow6"/>
    <dgm:cxn modelId="{C9D8A188-9778-4F1A-AF0B-19D51078DBA6}" type="parOf" srcId="{F5283DB5-A985-416D-8933-5C9CD7931ED3}" destId="{83BC90D1-18A6-4081-818B-522D42593943}" srcOrd="0" destOrd="0" parTransId="{82EDC6AD-DEC0-4FE8-AD3E-46F9823564F6}" sibTransId="{FFA5CA9A-43C1-4D60-9F5F-3EBB5D74F117}"/>
    <dgm:cxn modelId="{9016D0A9-FFB0-48BF-B707-A9E32511D87D}" type="presOf" srcId="{72FE6B59-47CB-4A99-8C40-EC2F368B8510}" destId="{20FAEF90-9350-4E45-B72A-59A8C4D2FACD}" srcOrd="0" destOrd="0" presId="urn:microsoft.com/office/officeart/2005/8/layout/arrow6"/>
    <dgm:cxn modelId="{D87ED951-8245-4EBB-A653-B15A8CB211A5}" type="presParOf" srcId="{E452FAE4-8B0A-4D92-BFE7-5799497F33A6}" destId="{64E5509F-7B5C-497C-B65F-98F35EE10780}" srcOrd="0" destOrd="0" presId="urn:microsoft.com/office/officeart/2005/8/layout/arrow6"/>
    <dgm:cxn modelId="{E9CAB26B-A5E6-46C1-A6F7-352954D7500A}" type="presParOf" srcId="{E452FAE4-8B0A-4D92-BFE7-5799497F33A6}" destId="{929B87A9-7FD8-44C1-9E6D-15B48AC8F95B}" srcOrd="1" destOrd="0" presId="urn:microsoft.com/office/officeart/2005/8/layout/arrow6"/>
    <dgm:cxn modelId="{33B146F3-A1E6-4D31-A06B-8490CD37C59F}" type="presParOf" srcId="{E452FAE4-8B0A-4D92-BFE7-5799497F33A6}" destId="{20FAEF90-9350-4E45-B72A-59A8C4D2FACD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2350BE45-CC2C-4407-80F8-CBD44D7F988D}" type="doc">
      <dgm:prSet loTypeId="urn:microsoft.com/office/officeart/2005/8/layout/arrow6" loCatId="relationship" qsTypeId="urn:microsoft.com/office/officeart/2005/8/quickstyle/simple1" qsCatId="simple" csTypeId="urn:microsoft.com/office/officeart/2005/8/colors/colorful4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295117AB-DF73-472F-800A-ADB57A0F0CBD}" type="node">
      <dgm:prSet/>
      <dgm:spPr bwMode="auto"/>
      <dgm:t>
        <a:bodyPr/>
        <a:lstStyle/>
        <a:p>
          <a:pPr>
            <a:defRPr/>
          </a:pPr>
          <a:r>
            <a:rPr lang="en-US"/>
            <a:t>HLS implementations </a:t>
          </a:r>
          <a:endParaRPr/>
        </a:p>
      </dgm:t>
    </dgm:pt>
    <dgm:pt modelId="{51EC1425-E9B2-4B8A-8E53-EA0C1CDDCA7E}" type="parTrans" cxnId="{4B081B38-DE4A-4804-A952-7DA89F26A65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1519E6D-A1E3-4785-B6F2-0BBD8495A5F4}" type="sibTrans" cxnId="{4B081B38-DE4A-4804-A952-7DA89F26A65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DEE02340-5460-4A86-913A-D900D8660F0B}" type="node">
      <dgm:prSet/>
      <dgm:spPr bwMode="auto"/>
      <dgm:t>
        <a:bodyPr/>
        <a:lstStyle/>
        <a:p>
          <a:pPr>
            <a:defRPr/>
          </a:pPr>
          <a:r>
            <a:rPr lang="en-US"/>
            <a:t>Limited hardware optimization</a:t>
          </a:r>
          <a:endParaRPr/>
        </a:p>
      </dgm:t>
    </dgm:pt>
    <dgm:pt modelId="{ADF16124-EE05-4302-889F-F2108A5B079D}" type="parTrans" cxnId="{D4254A89-B75C-401F-AAD0-941078AEFDD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C3B4705-4FE6-409B-B707-2363AF326682}" type="sibTrans" cxnId="{D4254A89-B75C-401F-AAD0-941078AEFDD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904DD6F-EA50-49D7-9F15-7510737CFF0B}" type="pres">
      <dgm:prSet presAssocID="{2350BE45-CC2C-4407-80F8-CBD44D7F988D}" presName="compositeShape" presStyleCnt="0">
        <dgm:presLayoutVars>
          <dgm:chMax val="2"/>
          <dgm:dir val="norm"/>
          <dgm:resizeHandles val="exact"/>
        </dgm:presLayoutVars>
      </dgm:prSet>
      <dgm:spPr bwMode="auto"/>
    </dgm:pt>
    <dgm:pt modelId="{44351AF8-59F7-4353-B6A3-346F758E7570}" type="pres">
      <dgm:prSet presAssocID="{2350BE45-CC2C-4407-80F8-CBD44D7F988D}" presName="ribbon" presStyleLbl="node1" presStyleIdx="0" presStyleCnt="1"/>
      <dgm:spPr bwMode="auto"/>
    </dgm:pt>
    <dgm:pt modelId="{98BDFECB-87C0-4A83-8CD6-9CDD6325E6B3}" type="pres">
      <dgm:prSet presAssocID="{2350BE45-CC2C-4407-80F8-CBD44D7F988D}" presName="leftArrowText" presStyleLbl="node1" presStyleIdx="0" presStyleCnt="1">
        <dgm:presLayoutVars>
          <dgm:chMax val="0"/>
          <dgm:bulletEnabled val="1"/>
        </dgm:presLayoutVars>
      </dgm:prSet>
      <dgm:spPr bwMode="auto"/>
    </dgm:pt>
    <dgm:pt modelId="{6E35D2CC-D458-4345-8DDF-E38520B3C8CE}" type="pres">
      <dgm:prSet presAssocID="{2350BE45-CC2C-4407-80F8-CBD44D7F988D}" presName="rightArrowText" presStyleLbl="node1" presStyleIdx="0" presStyleCnt="1">
        <dgm:presLayoutVars>
          <dgm:chMax val="0"/>
          <dgm:bulletEnabled val="1"/>
        </dgm:presLayoutVars>
      </dgm:prSet>
      <dgm:spPr bwMode="auto"/>
    </dgm:pt>
  </dgm:ptLst>
  <dgm:cxnLst>
    <dgm:cxn modelId="{4B081B38-DE4A-4804-A952-7DA89F26A65D}" type="parOf" srcId="{2350BE45-CC2C-4407-80F8-CBD44D7F988D}" destId="{295117AB-DF73-472F-800A-ADB57A0F0CBD}" srcOrd="0" destOrd="0" parTransId="{51EC1425-E9B2-4B8A-8E53-EA0C1CDDCA7E}" sibTransId="{71519E6D-A1E3-4785-B6F2-0BBD8495A5F4}"/>
    <dgm:cxn modelId="{B1059168-09E7-4FE1-A2C5-F46AF60BE399}" type="presOf" srcId="{2350BE45-CC2C-4407-80F8-CBD44D7F988D}" destId="{7904DD6F-EA50-49D7-9F15-7510737CFF0B}" srcOrd="0" destOrd="0" presId="urn:microsoft.com/office/officeart/2005/8/layout/arrow6"/>
    <dgm:cxn modelId="{1CD86F57-FA76-4A6B-AB0C-3E990954A946}" type="presOf" srcId="{295117AB-DF73-472F-800A-ADB57A0F0CBD}" destId="{98BDFECB-87C0-4A83-8CD6-9CDD6325E6B3}" srcOrd="0" destOrd="0" presId="urn:microsoft.com/office/officeart/2005/8/layout/arrow6"/>
    <dgm:cxn modelId="{D4254A89-B75C-401F-AAD0-941078AEFDD7}" type="parOf" srcId="{2350BE45-CC2C-4407-80F8-CBD44D7F988D}" destId="{DEE02340-5460-4A86-913A-D900D8660F0B}" srcOrd="1" destOrd="0" parTransId="{ADF16124-EE05-4302-889F-F2108A5B079D}" sibTransId="{9C3B4705-4FE6-409B-B707-2363AF326682}"/>
    <dgm:cxn modelId="{828952A5-8593-44D9-83C6-40084390D3B4}" type="presOf" srcId="{DEE02340-5460-4A86-913A-D900D8660F0B}" destId="{6E35D2CC-D458-4345-8DDF-E38520B3C8CE}" srcOrd="0" destOrd="0" presId="urn:microsoft.com/office/officeart/2005/8/layout/arrow6"/>
    <dgm:cxn modelId="{AD61BA3B-9B85-4F4E-B876-F43289ACC20B}" type="presParOf" srcId="{7904DD6F-EA50-49D7-9F15-7510737CFF0B}" destId="{44351AF8-59F7-4353-B6A3-346F758E7570}" srcOrd="0" destOrd="0" presId="urn:microsoft.com/office/officeart/2005/8/layout/arrow6"/>
    <dgm:cxn modelId="{53C93450-5A1E-4B9A-B989-73089E8C4A7E}" type="presParOf" srcId="{7904DD6F-EA50-49D7-9F15-7510737CFF0B}" destId="{98BDFECB-87C0-4A83-8CD6-9CDD6325E6B3}" srcOrd="1" destOrd="0" presId="urn:microsoft.com/office/officeart/2005/8/layout/arrow6"/>
    <dgm:cxn modelId="{D4B3D30D-7FE5-45BC-8FC5-FD739F03BFE1}" type="presParOf" srcId="{7904DD6F-EA50-49D7-9F15-7510737CFF0B}" destId="{6E35D2CC-D458-4345-8DDF-E38520B3C8C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D3224EE-52F8-4162-8BE2-2FCD3A3AE21F}" type="doc">
      <dgm:prSet loTypeId="urn:microsoft.com/office/officeart/2005/8/layout/arrow6" loCatId="relationship" qsTypeId="urn:microsoft.com/office/officeart/2005/8/quickstyle/simple1" qsCatId="simple" csTypeId="urn:microsoft.com/office/officeart/2005/8/colors/accent2_4" csCatId="accent2"/>
      <dgm:spPr bwMode="auto"/>
      <dgm:t>
        <a:bodyPr/>
        <a:lstStyle/>
        <a:p>
          <a:pPr>
            <a:defRPr/>
          </a:pPr>
          <a:endParaRPr lang="en-US"/>
        </a:p>
      </dgm:t>
    </dgm:pt>
    <dgm:pt modelId="{B85D9871-980D-4A4D-8434-E44A8AA21625}" type="node">
      <dgm:prSet/>
      <dgm:spPr bwMode="auto"/>
      <dgm:t>
        <a:bodyPr/>
        <a:lstStyle/>
        <a:p>
          <a:pPr>
            <a:defRPr/>
          </a:pPr>
          <a:r>
            <a:rPr lang="en-US"/>
            <a:t>RTL implementations </a:t>
          </a:r>
          <a:endParaRPr/>
        </a:p>
      </dgm:t>
    </dgm:pt>
    <dgm:pt modelId="{70FCC463-B178-48C2-820E-CC479D8E3A13}" type="parTrans" cxnId="{4BEF66FB-252D-4C36-BB24-000F76F290A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740C518-9B24-4570-AF0E-FB62BFE9D3D1}" type="sibTrans" cxnId="{4BEF66FB-252D-4C36-BB24-000F76F290A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FB5AE75-B373-41EA-AF98-C0A8DAA07709}" type="node">
      <dgm:prSet/>
      <dgm:spPr bwMode="auto"/>
      <dgm:t>
        <a:bodyPr/>
        <a:lstStyle/>
        <a:p>
          <a:pPr>
            <a:defRPr/>
          </a:pPr>
          <a:r>
            <a:rPr lang="en-US"/>
            <a:t>Longer development time</a:t>
          </a:r>
          <a:endParaRPr/>
        </a:p>
      </dgm:t>
    </dgm:pt>
    <dgm:pt modelId="{5BD205F4-D823-402C-A7D2-998CAAF493BC}" type="parTrans" cxnId="{17F5FD42-67B6-4DC2-97B4-4640885A7C5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73DEF51-D423-497F-AAA8-031544F17FDB}" type="sibTrans" cxnId="{17F5FD42-67B6-4DC2-97B4-4640885A7C5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C0DE0B5-473A-4869-BDCD-A34AB34C82CB}" type="pres">
      <dgm:prSet presAssocID="{ED3224EE-52F8-4162-8BE2-2FCD3A3AE21F}" presName="compositeShape" presStyleCnt="0">
        <dgm:presLayoutVars>
          <dgm:chMax val="2"/>
          <dgm:dir val="norm"/>
          <dgm:resizeHandles val="exact"/>
        </dgm:presLayoutVars>
      </dgm:prSet>
      <dgm:spPr bwMode="auto"/>
    </dgm:pt>
    <dgm:pt modelId="{A3EA5B2C-6D71-44C9-A788-CC3288FF4160}" type="pres">
      <dgm:prSet custLinFactNeighborX="294" custLinFactNeighborY="-99465" presAssocID="{ED3224EE-52F8-4162-8BE2-2FCD3A3AE21F}" presName="ribbon" presStyleLbl="node1" presStyleIdx="0" presStyleCnt="1"/>
      <dgm:spPr bwMode="auto"/>
    </dgm:pt>
    <dgm:pt modelId="{2DDFD351-8E55-45E9-B3C4-5FCAA5F98EE0}" type="pres">
      <dgm:prSet presAssocID="{ED3224EE-52F8-4162-8BE2-2FCD3A3AE21F}" presName="leftArrowText" presStyleLbl="node1" presStyleIdx="0" presStyleCnt="1">
        <dgm:presLayoutVars>
          <dgm:chMax val="0"/>
          <dgm:bulletEnabled val="1"/>
        </dgm:presLayoutVars>
      </dgm:prSet>
      <dgm:spPr bwMode="auto"/>
    </dgm:pt>
    <dgm:pt modelId="{04602270-6CD6-4AC3-B55E-BAE2626CB344}" type="pres">
      <dgm:prSet presAssocID="{ED3224EE-52F8-4162-8BE2-2FCD3A3AE21F}" presName="rightArrowText" presStyleLbl="node1" presStyleIdx="0" presStyleCnt="1">
        <dgm:presLayoutVars>
          <dgm:chMax val="0"/>
          <dgm:bulletEnabled val="1"/>
        </dgm:presLayoutVars>
      </dgm:prSet>
      <dgm:spPr bwMode="auto"/>
    </dgm:pt>
  </dgm:ptLst>
  <dgm:cxnLst>
    <dgm:cxn modelId="{17F5FD42-67B6-4DC2-97B4-4640885A7C56}" type="parOf" srcId="{ED3224EE-52F8-4162-8BE2-2FCD3A3AE21F}" destId="{8FB5AE75-B373-41EA-AF98-C0A8DAA07709}" srcOrd="1" destOrd="0" parTransId="{5BD205F4-D823-402C-A7D2-998CAAF493BC}" sibTransId="{073DEF51-D423-497F-AAA8-031544F17FDB}"/>
    <dgm:cxn modelId="{2C19C8A9-CF9E-435E-AB03-FBAFCAFF4B8F}" type="presOf" srcId="{8FB5AE75-B373-41EA-AF98-C0A8DAA07709}" destId="{04602270-6CD6-4AC3-B55E-BAE2626CB344}" srcOrd="0" destOrd="0" presId="urn:microsoft.com/office/officeart/2005/8/layout/arrow6"/>
    <dgm:cxn modelId="{933496C8-0860-4A35-A4F3-46F3EFE5F66A}" type="presOf" srcId="{ED3224EE-52F8-4162-8BE2-2FCD3A3AE21F}" destId="{FC0DE0B5-473A-4869-BDCD-A34AB34C82CB}" srcOrd="0" destOrd="0" presId="urn:microsoft.com/office/officeart/2005/8/layout/arrow6"/>
    <dgm:cxn modelId="{4397BEE3-24A2-40F6-932C-910414069615}" type="presOf" srcId="{B85D9871-980D-4A4D-8434-E44A8AA21625}" destId="{2DDFD351-8E55-45E9-B3C4-5FCAA5F98EE0}" srcOrd="0" destOrd="0" presId="urn:microsoft.com/office/officeart/2005/8/layout/arrow6"/>
    <dgm:cxn modelId="{4BEF66FB-252D-4C36-BB24-000F76F290A8}" type="parOf" srcId="{ED3224EE-52F8-4162-8BE2-2FCD3A3AE21F}" destId="{B85D9871-980D-4A4D-8434-E44A8AA21625}" srcOrd="0" destOrd="0" parTransId="{70FCC463-B178-48C2-820E-CC479D8E3A13}" sibTransId="{4740C518-9B24-4570-AF0E-FB62BFE9D3D1}"/>
    <dgm:cxn modelId="{5AEB0679-3A75-497F-931C-21776FD88DDB}" type="presParOf" srcId="{FC0DE0B5-473A-4869-BDCD-A34AB34C82CB}" destId="{A3EA5B2C-6D71-44C9-A788-CC3288FF4160}" srcOrd="0" destOrd="0" presId="urn:microsoft.com/office/officeart/2005/8/layout/arrow6"/>
    <dgm:cxn modelId="{7EC442D0-282C-4CD4-ABB9-DD149486BFB0}" type="presParOf" srcId="{FC0DE0B5-473A-4869-BDCD-A34AB34C82CB}" destId="{2DDFD351-8E55-45E9-B3C4-5FCAA5F98EE0}" srcOrd="1" destOrd="0" presId="urn:microsoft.com/office/officeart/2005/8/layout/arrow6"/>
    <dgm:cxn modelId="{E777EE57-4B25-4BC9-8790-26E62BAF4F4D}" type="presParOf" srcId="{FC0DE0B5-473A-4869-BDCD-A34AB34C82CB}" destId="{04602270-6CD6-4AC3-B55E-BAE2626CB344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F4F11097-1AB3-4A6D-A19E-B578307FA062}" type="doc">
      <dgm:prSet loTypeId="urn:microsoft.com/office/officeart/2005/8/layout/arrow6" loCatId="relationship" qsTypeId="urn:microsoft.com/office/officeart/2005/8/quickstyle/simple1" qsCatId="simple" csTypeId="urn:microsoft.com/office/officeart/2005/8/colors/accent5_4" csCatId="accent5"/>
      <dgm:spPr bwMode="auto"/>
      <dgm:t>
        <a:bodyPr/>
        <a:lstStyle/>
        <a:p>
          <a:pPr>
            <a:defRPr/>
          </a:pPr>
          <a:endParaRPr lang="en-US"/>
        </a:p>
      </dgm:t>
    </dgm:pt>
    <dgm:pt modelId="{F3D2527F-3147-4758-BEA9-0068D3305546}" type="node">
      <dgm:prSet/>
      <dgm:spPr bwMode="auto"/>
      <dgm:t>
        <a:bodyPr/>
        <a:lstStyle/>
        <a:p>
          <a:pPr>
            <a:defRPr/>
          </a:pPr>
          <a:r>
            <a:rPr lang="en-US"/>
            <a:t>Lightweight CNN studies </a:t>
          </a:r>
          <a:endParaRPr/>
        </a:p>
      </dgm:t>
    </dgm:pt>
    <dgm:pt modelId="{1C7E731A-E683-428D-B64A-0F0792BB6517}" type="parTrans" cxnId="{1A2E37F9-2ADF-44E9-8823-2690D00263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CFC3647-4179-4511-A895-C9FBEBA938DA}" type="sibTrans" cxnId="{1A2E37F9-2ADF-44E9-8823-2690D00263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372F5AC-EC47-4C38-B8E9-C9F4A1AA61CC}" type="node">
      <dgm:prSet/>
      <dgm:spPr bwMode="auto"/>
      <dgm:t>
        <a:bodyPr/>
        <a:lstStyle/>
        <a:p>
          <a:pPr>
            <a:defRPr/>
          </a:pPr>
          <a:r>
            <a:rPr lang="en-US"/>
            <a:t>Rare RTL–HLS comparison</a:t>
          </a:r>
          <a:endParaRPr/>
        </a:p>
      </dgm:t>
    </dgm:pt>
    <dgm:pt modelId="{DF4DB17F-F5BD-41AE-A037-1AA63944E048}" type="parTrans" cxnId="{7FB8857E-4310-418F-8B0A-3718A767ACB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E82237D-6C0C-4D97-AD24-4A549C8ED142}" type="sibTrans" cxnId="{7FB8857E-4310-418F-8B0A-3718A767ACB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EE5FAA8-2B99-440F-87CB-092C7C95DD63}" type="pres">
      <dgm:prSet presAssocID="{F4F11097-1AB3-4A6D-A19E-B578307FA062}" presName="compositeShape" presStyleCnt="0">
        <dgm:presLayoutVars>
          <dgm:chMax val="2"/>
          <dgm:dir val="norm"/>
          <dgm:resizeHandles val="exact"/>
        </dgm:presLayoutVars>
      </dgm:prSet>
      <dgm:spPr bwMode="auto"/>
    </dgm:pt>
    <dgm:pt modelId="{BCBA3496-264F-4D76-B966-C4BA975C729A}" type="pres">
      <dgm:prSet presAssocID="{F4F11097-1AB3-4A6D-A19E-B578307FA062}" presName="ribbon" presStyleLbl="node1" presStyleIdx="0" presStyleCnt="1"/>
      <dgm:spPr bwMode="auto"/>
    </dgm:pt>
    <dgm:pt modelId="{63A0A907-4031-44EF-9801-AD5D50D5A8C6}" type="pres">
      <dgm:prSet presAssocID="{F4F11097-1AB3-4A6D-A19E-B578307FA062}" presName="leftArrowText" presStyleLbl="node1" presStyleIdx="0" presStyleCnt="1">
        <dgm:presLayoutVars>
          <dgm:chMax val="0"/>
          <dgm:bulletEnabled val="1"/>
        </dgm:presLayoutVars>
      </dgm:prSet>
      <dgm:spPr bwMode="auto"/>
    </dgm:pt>
    <dgm:pt modelId="{497D215B-A7A1-461B-B66A-5871895A7423}" type="pres">
      <dgm:prSet presAssocID="{F4F11097-1AB3-4A6D-A19E-B578307FA062}" presName="rightArrowText" presStyleLbl="node1" presStyleIdx="0" presStyleCnt="1">
        <dgm:presLayoutVars>
          <dgm:chMax val="0"/>
          <dgm:bulletEnabled val="1"/>
        </dgm:presLayoutVars>
      </dgm:prSet>
      <dgm:spPr bwMode="auto"/>
    </dgm:pt>
  </dgm:ptLst>
  <dgm:cxnLst>
    <dgm:cxn modelId="{FD1CAE29-163E-4E30-A597-F3AE373B4FBF}" type="presOf" srcId="{F4F11097-1AB3-4A6D-A19E-B578307FA062}" destId="{6EE5FAA8-2B99-440F-87CB-092C7C95DD63}" srcOrd="0" destOrd="0" presId="urn:microsoft.com/office/officeart/2005/8/layout/arrow6"/>
    <dgm:cxn modelId="{9FE83C3E-93E3-4B1E-A6A7-C20899C26A57}" type="presOf" srcId="{3372F5AC-EC47-4C38-B8E9-C9F4A1AA61CC}" destId="{497D215B-A7A1-461B-B66A-5871895A7423}" srcOrd="0" destOrd="0" presId="urn:microsoft.com/office/officeart/2005/8/layout/arrow6"/>
    <dgm:cxn modelId="{60782A57-73DC-4D8C-8E1A-98DD31BFF30D}" type="presOf" srcId="{F3D2527F-3147-4758-BEA9-0068D3305546}" destId="{63A0A907-4031-44EF-9801-AD5D50D5A8C6}" srcOrd="0" destOrd="0" presId="urn:microsoft.com/office/officeart/2005/8/layout/arrow6"/>
    <dgm:cxn modelId="{7FB8857E-4310-418F-8B0A-3718A767ACBC}" type="parOf" srcId="{F4F11097-1AB3-4A6D-A19E-B578307FA062}" destId="{3372F5AC-EC47-4C38-B8E9-C9F4A1AA61CC}" srcOrd="1" destOrd="0" parTransId="{DF4DB17F-F5BD-41AE-A037-1AA63944E048}" sibTransId="{9E82237D-6C0C-4D97-AD24-4A549C8ED142}"/>
    <dgm:cxn modelId="{1A2E37F9-2ADF-44E9-8823-2690D0026325}" type="parOf" srcId="{F4F11097-1AB3-4A6D-A19E-B578307FA062}" destId="{F3D2527F-3147-4758-BEA9-0068D3305546}" srcOrd="0" destOrd="0" parTransId="{1C7E731A-E683-428D-B64A-0F0792BB6517}" sibTransId="{4CFC3647-4179-4511-A895-C9FBEBA938DA}"/>
    <dgm:cxn modelId="{5EB6214F-F3E9-4D81-A8BD-F7DEA7EF8B19}" type="presParOf" srcId="{6EE5FAA8-2B99-440F-87CB-092C7C95DD63}" destId="{BCBA3496-264F-4D76-B966-C4BA975C729A}" srcOrd="0" destOrd="0" presId="urn:microsoft.com/office/officeart/2005/8/layout/arrow6"/>
    <dgm:cxn modelId="{3CBA301C-7F85-47E9-9434-404D82E3C3F8}" type="presParOf" srcId="{6EE5FAA8-2B99-440F-87CB-092C7C95DD63}" destId="{63A0A907-4031-44EF-9801-AD5D50D5A8C6}" srcOrd="1" destOrd="0" presId="urn:microsoft.com/office/officeart/2005/8/layout/arrow6"/>
    <dgm:cxn modelId="{B90A7F0A-A02B-4B3B-92C8-CDD3D8398DC9}" type="presParOf" srcId="{6EE5FAA8-2B99-440F-87CB-092C7C95DD63}" destId="{497D215B-A7A1-461B-B66A-5871895A7423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1134D4C-838E-4DC0-B0C3-FFAA64E51E3B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23B4E091-42EB-4BAE-96D6-D979CE93B9F8}" type="node">
      <dgm:prSet/>
      <dgm:spPr bwMode="auto"/>
      <dgm:t>
        <a:bodyPr/>
        <a:lstStyle/>
        <a:p>
          <a:pPr>
            <a:defRPr/>
          </a:pPr>
          <a:r>
            <a:rPr lang="en-US"/>
            <a:t>Pretrained PyTorch Model </a:t>
          </a:r>
          <a:endParaRPr/>
        </a:p>
      </dgm:t>
    </dgm:pt>
    <dgm:pt modelId="{645164A8-3601-44B4-9614-76B5E9651EB1}" type="parTrans" cxnId="{E74B8ECB-8A2B-405A-8E52-323C20CC07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A65F40C-2194-4A5C-8A01-824547BB1106}" type="sibTrans" cxnId="{E74B8ECB-8A2B-405A-8E52-323C20CC072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CE762DA-AA4A-49CE-95BE-3C335B05BA3B}" type="node">
      <dgm:prSet/>
      <dgm:spPr bwMode="auto"/>
      <dgm:t>
        <a:bodyPr/>
        <a:lstStyle/>
        <a:p>
          <a:pPr>
            <a:defRPr/>
          </a:pPr>
          <a:r>
            <a:rPr lang="en-US"/>
            <a:t>BN Folding </a:t>
          </a:r>
          <a:endParaRPr/>
        </a:p>
      </dgm:t>
    </dgm:pt>
    <dgm:pt modelId="{23B375FE-D4C4-4EDF-86F4-AF0A396ADACD}" type="parTrans" cxnId="{3DA383AD-59BE-478C-A645-8FFC400B5B5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A9145CB-56E3-422E-ACDC-D46BE3D70A83}" type="sibTrans" cxnId="{3DA383AD-59BE-478C-A645-8FFC400B5B5B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87E8E4C-5FB6-4461-BEC3-F1644D2B4742}" type="node">
      <dgm:prSet/>
      <dgm:spPr bwMode="auto"/>
      <dgm:t>
        <a:bodyPr/>
        <a:lstStyle/>
        <a:p>
          <a:pPr>
            <a:defRPr/>
          </a:pPr>
          <a:r>
            <a:rPr lang="en-US"/>
            <a:t>Verification on ILSVRC </a:t>
          </a:r>
          <a:endParaRPr/>
        </a:p>
      </dgm:t>
    </dgm:pt>
    <dgm:pt modelId="{BA5AE0CA-CB60-4EBB-B10C-2E3407E80A41}" type="parTrans" cxnId="{4DDA9B46-1812-4F66-AF62-B6C9F77580D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BB9F610-1ED1-4857-AA28-D64CE372DD14}" type="sibTrans" cxnId="{4DDA9B46-1812-4F66-AF62-B6C9F77580D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C9BEAE1-1581-4790-B8E2-85CD0BC56FE8}" type="node">
      <dgm:prSet/>
      <dgm:spPr bwMode="auto"/>
      <dgm:t>
        <a:bodyPr/>
        <a:lstStyle/>
        <a:p>
          <a:pPr>
            <a:defRPr/>
          </a:pPr>
          <a:r>
            <a:rPr lang="en-US"/>
            <a:t>Quantization </a:t>
          </a:r>
          <a:endParaRPr/>
        </a:p>
      </dgm:t>
    </dgm:pt>
    <dgm:pt modelId="{705C626D-CC04-4222-BB18-601F780DD38D}" type="parTrans" cxnId="{8E39BEC8-DF56-4098-8F55-4C646C9DC9C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1F84C5B-756C-48AA-ABA9-B9EDD31F1E28}" type="sibTrans" cxnId="{8E39BEC8-DF56-4098-8F55-4C646C9DC9C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6E15A07-1888-4B0F-9E64-C6CA324D567C}" type="node">
      <dgm:prSet/>
      <dgm:spPr bwMode="auto"/>
      <dgm:t>
        <a:bodyPr/>
        <a:lstStyle/>
        <a:p>
          <a:pPr>
            <a:defRPr/>
          </a:pPr>
          <a:r>
            <a:rPr lang="en-US"/>
            <a:t>Export (weights, config tables, bitwidth CSV)</a:t>
          </a:r>
          <a:endParaRPr/>
        </a:p>
      </dgm:t>
    </dgm:pt>
    <dgm:pt modelId="{802BF7B2-6FE8-4F48-AFEE-FB42CA12D0A8}" type="parTrans" cxnId="{7E5620B2-F368-4AE9-BD24-7576D130A58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D22CB80-010B-4BCF-B4CD-916BA61539C9}" type="sibTrans" cxnId="{7E5620B2-F368-4AE9-BD24-7576D130A58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7CECB32-1099-4333-ACA4-36E8FF38C4DA}" type="pres">
      <dgm:prSet presAssocID="{C1134D4C-838E-4DC0-B0C3-FFAA64E51E3B}" presName="CompostProcess" presStyleCnt="0">
        <dgm:presLayoutVars>
          <dgm:dir val="norm"/>
          <dgm:resizeHandles val="exact"/>
        </dgm:presLayoutVars>
      </dgm:prSet>
      <dgm:spPr bwMode="auto"/>
    </dgm:pt>
    <dgm:pt modelId="{2CD0EF10-E7EF-41E1-A1A6-D8C881EF8091}" type="pres">
      <dgm:prSet presAssocID="{C1134D4C-838E-4DC0-B0C3-FFAA64E51E3B}" presName="arrow" presStyleLbl="bgShp" presStyleIdx="0" presStyleCnt="1"/>
      <dgm:spPr bwMode="auto"/>
    </dgm:pt>
    <dgm:pt modelId="{6993D44D-9DEB-47FF-832F-F5AC4C385755}" type="pres">
      <dgm:prSet presAssocID="{C1134D4C-838E-4DC0-B0C3-FFAA64E51E3B}" presName="linearProcess" presStyleCnt="0"/>
      <dgm:spPr bwMode="auto"/>
    </dgm:pt>
    <dgm:pt modelId="{5D0EEDFD-9290-4187-A743-4FFEB40CF57B}" type="pres">
      <dgm:prSet presAssocID="{23B4E091-42EB-4BAE-96D6-D979CE93B9F8}" presName="textNode" presStyleLbl="node1" presStyleIdx="0" presStyleCnt="5">
        <dgm:presLayoutVars>
          <dgm:bulletEnabled val="1"/>
        </dgm:presLayoutVars>
      </dgm:prSet>
      <dgm:spPr bwMode="auto"/>
    </dgm:pt>
    <dgm:pt modelId="{2126F761-7B31-4C54-94EB-E06780E64610}" type="pres">
      <dgm:prSet presAssocID="{9A65F40C-2194-4A5C-8A01-824547BB1106}" presName="sibTrans" presStyleCnt="0"/>
      <dgm:spPr bwMode="auto"/>
    </dgm:pt>
    <dgm:pt modelId="{41FDE220-820C-4DA8-91EB-C5596672BD2E}" type="pres">
      <dgm:prSet presAssocID="{8CE762DA-AA4A-49CE-95BE-3C335B05BA3B}" presName="textNode" presStyleLbl="node1" presStyleIdx="1" presStyleCnt="5">
        <dgm:presLayoutVars>
          <dgm:bulletEnabled val="1"/>
        </dgm:presLayoutVars>
      </dgm:prSet>
      <dgm:spPr bwMode="auto"/>
    </dgm:pt>
    <dgm:pt modelId="{FD3C5883-1257-42D5-B7B7-320D1951086E}" type="pres">
      <dgm:prSet presAssocID="{EA9145CB-56E3-422E-ACDC-D46BE3D70A83}" presName="sibTrans" presStyleCnt="0"/>
      <dgm:spPr bwMode="auto"/>
    </dgm:pt>
    <dgm:pt modelId="{3CBD3C5B-B82E-4C39-BF37-86205806B990}" type="pres">
      <dgm:prSet presAssocID="{C87E8E4C-5FB6-4461-BEC3-F1644D2B4742}" presName="textNode" presStyleLbl="node1" presStyleIdx="2" presStyleCnt="5">
        <dgm:presLayoutVars>
          <dgm:bulletEnabled val="1"/>
        </dgm:presLayoutVars>
      </dgm:prSet>
      <dgm:spPr bwMode="auto"/>
    </dgm:pt>
    <dgm:pt modelId="{757AD653-07E3-43DA-8F9A-E2B01B0791CB}" type="pres">
      <dgm:prSet presAssocID="{7BB9F610-1ED1-4857-AA28-D64CE372DD14}" presName="sibTrans" presStyleCnt="0"/>
      <dgm:spPr bwMode="auto"/>
    </dgm:pt>
    <dgm:pt modelId="{E34BA08B-0E05-4A7F-93D5-6A02B66D8D89}" type="pres">
      <dgm:prSet presAssocID="{0C9BEAE1-1581-4790-B8E2-85CD0BC56FE8}" presName="textNode" presStyleLbl="node1" presStyleIdx="3" presStyleCnt="5">
        <dgm:presLayoutVars>
          <dgm:bulletEnabled val="1"/>
        </dgm:presLayoutVars>
      </dgm:prSet>
      <dgm:spPr bwMode="auto"/>
    </dgm:pt>
    <dgm:pt modelId="{F6AF481C-0F8C-4E6D-8766-F01576DD53B4}" type="pres">
      <dgm:prSet presAssocID="{91F84C5B-756C-48AA-ABA9-B9EDD31F1E28}" presName="sibTrans" presStyleCnt="0"/>
      <dgm:spPr bwMode="auto"/>
    </dgm:pt>
    <dgm:pt modelId="{EA459CE0-AA5C-4F05-8D87-43F57C2F2D76}" type="pres">
      <dgm:prSet presAssocID="{76E15A07-1888-4B0F-9E64-C6CA324D567C}" presName="textNode" presStyleLbl="node1" presStyleIdx="4" presStyleCnt="5">
        <dgm:presLayoutVars>
          <dgm:bulletEnabled val="1"/>
        </dgm:presLayoutVars>
      </dgm:prSet>
      <dgm:spPr bwMode="auto"/>
    </dgm:pt>
  </dgm:ptLst>
  <dgm:cxnLst>
    <dgm:cxn modelId="{82998B13-26D6-4BB9-A0D3-50684FAC3B6F}" type="presOf" srcId="{0C9BEAE1-1581-4790-B8E2-85CD0BC56FE8}" destId="{E34BA08B-0E05-4A7F-93D5-6A02B66D8D89}" srcOrd="0" destOrd="0" presId="urn:microsoft.com/office/officeart/2005/8/layout/hProcess9"/>
    <dgm:cxn modelId="{6AC0F81D-AD66-42B2-962E-F14D5E5865F5}" type="presOf" srcId="{C87E8E4C-5FB6-4461-BEC3-F1644D2B4742}" destId="{3CBD3C5B-B82E-4C39-BF37-86205806B990}" srcOrd="0" destOrd="0" presId="urn:microsoft.com/office/officeart/2005/8/layout/hProcess9"/>
    <dgm:cxn modelId="{4DDA9B46-1812-4F66-AF62-B6C9F77580DA}" type="parOf" srcId="{C1134D4C-838E-4DC0-B0C3-FFAA64E51E3B}" destId="{C87E8E4C-5FB6-4461-BEC3-F1644D2B4742}" srcOrd="2" destOrd="0" parTransId="{BA5AE0CA-CB60-4EBB-B10C-2E3407E80A41}" sibTransId="{7BB9F610-1ED1-4857-AA28-D64CE372DD14}"/>
    <dgm:cxn modelId="{16B31295-7A43-4644-9BB6-359AFED71EA8}" type="presOf" srcId="{C1134D4C-838E-4DC0-B0C3-FFAA64E51E3B}" destId="{97CECB32-1099-4333-ACA4-36E8FF38C4DA}" srcOrd="0" destOrd="0" presId="urn:microsoft.com/office/officeart/2005/8/layout/hProcess9"/>
    <dgm:cxn modelId="{845F9CA2-CCE5-4F1A-A0E1-B0C61402DCB1}" type="presOf" srcId="{76E15A07-1888-4B0F-9E64-C6CA324D567C}" destId="{EA459CE0-AA5C-4F05-8D87-43F57C2F2D76}" srcOrd="0" destOrd="0" presId="urn:microsoft.com/office/officeart/2005/8/layout/hProcess9"/>
    <dgm:cxn modelId="{3DA383AD-59BE-478C-A645-8FFC400B5B5B}" type="parOf" srcId="{C1134D4C-838E-4DC0-B0C3-FFAA64E51E3B}" destId="{8CE762DA-AA4A-49CE-95BE-3C335B05BA3B}" srcOrd="1" destOrd="0" parTransId="{23B375FE-D4C4-4EDF-86F4-AF0A396ADACD}" sibTransId="{EA9145CB-56E3-422E-ACDC-D46BE3D70A83}"/>
    <dgm:cxn modelId="{7E5620B2-F368-4AE9-BD24-7576D130A58C}" type="parOf" srcId="{C1134D4C-838E-4DC0-B0C3-FFAA64E51E3B}" destId="{76E15A07-1888-4B0F-9E64-C6CA324D567C}" srcOrd="4" destOrd="0" parTransId="{802BF7B2-6FE8-4F48-AFEE-FB42CA12D0A8}" sibTransId="{8D22CB80-010B-4BCF-B4CD-916BA61539C9}"/>
    <dgm:cxn modelId="{78DC4DC4-2B78-4723-B9C2-FBA0BE90AB77}" type="presOf" srcId="{23B4E091-42EB-4BAE-96D6-D979CE93B9F8}" destId="{5D0EEDFD-9290-4187-A743-4FFEB40CF57B}" srcOrd="0" destOrd="0" presId="urn:microsoft.com/office/officeart/2005/8/layout/hProcess9"/>
    <dgm:cxn modelId="{8E39BEC8-DF56-4098-8F55-4C646C9DC9C7}" type="parOf" srcId="{C1134D4C-838E-4DC0-B0C3-FFAA64E51E3B}" destId="{0C9BEAE1-1581-4790-B8E2-85CD0BC56FE8}" srcOrd="3" destOrd="0" parTransId="{705C626D-CC04-4222-BB18-601F780DD38D}" sibTransId="{91F84C5B-756C-48AA-ABA9-B9EDD31F1E28}"/>
    <dgm:cxn modelId="{E74B8ECB-8A2B-405A-8E52-323C20CC0725}" type="parOf" srcId="{C1134D4C-838E-4DC0-B0C3-FFAA64E51E3B}" destId="{23B4E091-42EB-4BAE-96D6-D979CE93B9F8}" srcOrd="0" destOrd="0" parTransId="{645164A8-3601-44B4-9614-76B5E9651EB1}" sibTransId="{9A65F40C-2194-4A5C-8A01-824547BB1106}"/>
    <dgm:cxn modelId="{4A13FDDD-54B4-4233-9DD1-66321D676DAA}" type="presOf" srcId="{8CE762DA-AA4A-49CE-95BE-3C335B05BA3B}" destId="{41FDE220-820C-4DA8-91EB-C5596672BD2E}" srcOrd="0" destOrd="0" presId="urn:microsoft.com/office/officeart/2005/8/layout/hProcess9"/>
    <dgm:cxn modelId="{2C564D1A-74E1-444F-AF6A-6CCC4963DE3D}" type="presParOf" srcId="{97CECB32-1099-4333-ACA4-36E8FF38C4DA}" destId="{2CD0EF10-E7EF-41E1-A1A6-D8C881EF8091}" srcOrd="0" destOrd="0" presId="urn:microsoft.com/office/officeart/2005/8/layout/hProcess9"/>
    <dgm:cxn modelId="{178F5A17-D3AA-4845-A985-1F41DFA223D9}" type="presParOf" srcId="{97CECB32-1099-4333-ACA4-36E8FF38C4DA}" destId="{6993D44D-9DEB-47FF-832F-F5AC4C385755}" srcOrd="1" destOrd="0" presId="urn:microsoft.com/office/officeart/2005/8/layout/hProcess9"/>
    <dgm:cxn modelId="{943E24F9-5B3D-43C4-AD09-B88066D555A6}" type="presParOf" srcId="{6993D44D-9DEB-47FF-832F-F5AC4C385755}" destId="{5D0EEDFD-9290-4187-A743-4FFEB40CF57B}" srcOrd="0" destOrd="0" presId="urn:microsoft.com/office/officeart/2005/8/layout/hProcess9"/>
    <dgm:cxn modelId="{828E4B49-9C92-4435-BE70-FEADA6C460E5}" type="presParOf" srcId="{6993D44D-9DEB-47FF-832F-F5AC4C385755}" destId="{2126F761-7B31-4C54-94EB-E06780E64610}" srcOrd="1" destOrd="0" presId="urn:microsoft.com/office/officeart/2005/8/layout/hProcess9"/>
    <dgm:cxn modelId="{F589C4B2-BA02-46F8-9515-A597853A3FF6}" type="presParOf" srcId="{6993D44D-9DEB-47FF-832F-F5AC4C385755}" destId="{41FDE220-820C-4DA8-91EB-C5596672BD2E}" srcOrd="2" destOrd="0" presId="urn:microsoft.com/office/officeart/2005/8/layout/hProcess9"/>
    <dgm:cxn modelId="{DD7D5F4D-C644-41A1-895B-5A636E4890D5}" type="presParOf" srcId="{6993D44D-9DEB-47FF-832F-F5AC4C385755}" destId="{FD3C5883-1257-42D5-B7B7-320D1951086E}" srcOrd="3" destOrd="0" presId="urn:microsoft.com/office/officeart/2005/8/layout/hProcess9"/>
    <dgm:cxn modelId="{4CBE7574-BA99-4F51-A1DA-58D5D5335E82}" type="presParOf" srcId="{6993D44D-9DEB-47FF-832F-F5AC4C385755}" destId="{3CBD3C5B-B82E-4C39-BF37-86205806B990}" srcOrd="4" destOrd="0" presId="urn:microsoft.com/office/officeart/2005/8/layout/hProcess9"/>
    <dgm:cxn modelId="{1F000AFE-408E-4963-AEDB-C7843DE24B7F}" type="presParOf" srcId="{6993D44D-9DEB-47FF-832F-F5AC4C385755}" destId="{757AD653-07E3-43DA-8F9A-E2B01B0791CB}" srcOrd="5" destOrd="0" presId="urn:microsoft.com/office/officeart/2005/8/layout/hProcess9"/>
    <dgm:cxn modelId="{59CE7A2C-3B2B-4433-B886-74E92129DDE4}" type="presParOf" srcId="{6993D44D-9DEB-47FF-832F-F5AC4C385755}" destId="{E34BA08B-0E05-4A7F-93D5-6A02B66D8D89}" srcOrd="6" destOrd="0" presId="urn:microsoft.com/office/officeart/2005/8/layout/hProcess9"/>
    <dgm:cxn modelId="{25826D1B-0673-4F44-8417-650382F5B960}" type="presParOf" srcId="{6993D44D-9DEB-47FF-832F-F5AC4C385755}" destId="{F6AF481C-0F8C-4E6D-8766-F01576DD53B4}" srcOrd="7" destOrd="0" presId="urn:microsoft.com/office/officeart/2005/8/layout/hProcess9"/>
    <dgm:cxn modelId="{E8262C32-5F78-4007-933A-E9CC6D35128C}" type="presParOf" srcId="{6993D44D-9DEB-47FF-832F-F5AC4C385755}" destId="{EA459CE0-AA5C-4F05-8D87-43F57C2F2D76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760BDCE-13C4-4B8B-91FD-F5EF7F7CDC27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3826CB81-6249-499D-9143-E5C254AF975D}" type="node">
      <dgm:prSet/>
      <dgm:spPr bwMode="auto"/>
      <dgm:t>
        <a:bodyPr/>
        <a:lstStyle/>
        <a:p>
          <a:pPr>
            <a:defRPr/>
          </a:pPr>
          <a:r>
            <a:rPr lang="en-US"/>
            <a:t>Quantization:</a:t>
          </a:r>
          <a:endParaRPr/>
        </a:p>
      </dgm:t>
    </dgm:pt>
    <dgm:pt modelId="{A6CC7046-DD12-4573-BC49-5141247FB064}" type="parTrans" cxnId="{543DD4B6-7F61-45EC-ADA1-56F41E2266C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E82B930-8C51-4298-994B-F8C22F29AA04}" type="sibTrans" cxnId="{543DD4B6-7F61-45EC-ADA1-56F41E2266C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D9D2C85-59D3-4F32-955F-941C659A8062}" type="node">
      <dgm:prSet/>
      <dgm:spPr bwMode="auto"/>
      <dgm:t>
        <a:bodyPr/>
        <a:lstStyle/>
        <a:p>
          <a:pPr>
            <a:defRPr/>
          </a:pPr>
          <a:r>
            <a:rPr lang="en-US"/>
            <a:t>Quantization converts values to fixed-point.</a:t>
          </a:r>
          <a:endParaRPr/>
        </a:p>
      </dgm:t>
    </dgm:pt>
    <dgm:pt modelId="{C8402E82-0FA8-4879-AAE7-E3A08359F9AC}" type="parTrans" cxnId="{49608564-A99C-4070-8C60-1C07EBA4C7D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7B12511-C0E1-4F63-B914-E9D0CAAC70B3}" type="sibTrans" cxnId="{49608564-A99C-4070-8C60-1C07EBA4C7D2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0ECA645-2D37-4902-AACF-814F298B189F}" type="node">
      <dgm:prSet/>
      <dgm:spPr bwMode="auto"/>
      <dgm:t>
        <a:bodyPr/>
        <a:lstStyle/>
        <a:p>
          <a:pPr>
            <a:defRPr/>
          </a:pPr>
          <a:r>
            <a:rPr lang="en-US"/>
            <a:t>Reduces memory and computation cost.</a:t>
          </a:r>
          <a:endParaRPr/>
        </a:p>
      </dgm:t>
    </dgm:pt>
    <dgm:pt modelId="{51FB3C14-AC8C-4099-898D-6BCE8A5DA7CB}" type="parTrans" cxnId="{1B5D4DD2-8D57-4066-AA09-E2DCEFE6EC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9B9B9B3-8298-4270-A59F-7E806B02212E}" type="sibTrans" cxnId="{1B5D4DD2-8D57-4066-AA09-E2DCEFE6EC2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231355D-A624-4FE8-9E97-A28D2F1A66DA}" type="node">
      <dgm:prSet/>
      <dgm:spPr bwMode="auto"/>
      <dgm:t>
        <a:bodyPr/>
        <a:lstStyle/>
        <a:p>
          <a:pPr>
            <a:defRPr/>
          </a:pPr>
          <a:r>
            <a:rPr lang="en-US"/>
            <a:t>Improves FPGA resource efficiency.</a:t>
          </a:r>
          <a:endParaRPr/>
        </a:p>
      </dgm:t>
    </dgm:pt>
    <dgm:pt modelId="{B8935DE2-5350-4EAB-B953-4EF964CA1392}" type="parTrans" cxnId="{6D75E569-66E5-4350-953B-71F6FE194C7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A28A9CF-7539-4400-B00C-AFB309D1D9A3}" type="sibTrans" cxnId="{6D75E569-66E5-4350-953B-71F6FE194C71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64A6375-8008-412A-BA6C-8E82CDA198F5}" type="node">
      <dgm:prSet/>
      <dgm:spPr bwMode="auto"/>
      <dgm:t>
        <a:bodyPr/>
        <a:lstStyle/>
        <a:p>
          <a:pPr>
            <a:defRPr/>
          </a:pPr>
          <a:r>
            <a:rPr lang="en-US"/>
            <a:t>Enables faster real-time inference.</a:t>
          </a:r>
          <a:endParaRPr/>
        </a:p>
      </dgm:t>
    </dgm:pt>
    <dgm:pt modelId="{86F54CD5-FB2F-4542-872F-44EC1B403C93}" type="parTrans" cxnId="{306229D3-0B21-4324-B186-315E802D898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7452918-B586-41B5-9902-D453AA909721}" type="sibTrans" cxnId="{306229D3-0B21-4324-B186-315E802D8986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FE1235F-1555-4605-ACA3-A8D337290236}" type="pres">
      <dgm:prSet presAssocID="{B760BDCE-13C4-4B8B-91FD-F5EF7F7CDC27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</dgm:pt>
    <dgm:pt modelId="{4D238665-4B79-4B9E-A72E-1F43AA62E6E6}" type="pres">
      <dgm:prSet presAssocID="{3826CB81-6249-499D-9143-E5C254AF975D}" presName="hierRoot1" presStyleCnt="0">
        <dgm:presLayoutVars>
          <dgm:hierBranch val="init"/>
        </dgm:presLayoutVars>
      </dgm:prSet>
      <dgm:spPr bwMode="auto"/>
    </dgm:pt>
    <dgm:pt modelId="{A5E80512-3E06-48D7-84BF-C07546137912}" type="pres">
      <dgm:prSet presAssocID="{3826CB81-6249-499D-9143-E5C254AF975D}" presName="rootComposite1" presStyleCnt="0"/>
      <dgm:spPr bwMode="auto"/>
    </dgm:pt>
    <dgm:pt modelId="{97C7A101-139A-469A-9ACE-D39F7864796D}" type="pres">
      <dgm:prSet presAssocID="{3826CB81-6249-499D-9143-E5C254AF975D}" presName="rootText1" presStyleLbl="node0" presStyleIdx="0" presStyleCnt="1">
        <dgm:presLayoutVars>
          <dgm:chPref val="3"/>
        </dgm:presLayoutVars>
      </dgm:prSet>
      <dgm:spPr bwMode="auto"/>
    </dgm:pt>
    <dgm:pt modelId="{9DBE44DF-3D6C-4869-AC92-D267091DCEB7}" type="pres">
      <dgm:prSet presAssocID="{3826CB81-6249-499D-9143-E5C254AF975D}" presName="rootConnector1" presStyleLbl="node1" presStyleIdx="0" presStyleCnt="0"/>
      <dgm:spPr bwMode="auto"/>
    </dgm:pt>
    <dgm:pt modelId="{2761849E-36D0-4BB2-96B9-C62A838B1C3D}" type="pres">
      <dgm:prSet presAssocID="{3826CB81-6249-499D-9143-E5C254AF975D}" presName="hierChild2" presStyleCnt="0"/>
      <dgm:spPr bwMode="auto"/>
    </dgm:pt>
    <dgm:pt modelId="{500A1DCE-21A4-41EB-ACFB-1453807940F3}" type="pres">
      <dgm:prSet presAssocID="{C8402E82-0FA8-4879-AAE7-E3A08359F9AC}" presName="Name37" presStyleLbl="parChTrans1D2" presStyleIdx="0" presStyleCnt="4"/>
      <dgm:spPr bwMode="auto"/>
    </dgm:pt>
    <dgm:pt modelId="{CEE0BA29-5BCE-4428-9668-6C29D6B77BDE}" type="pres">
      <dgm:prSet presAssocID="{ED9D2C85-59D3-4F32-955F-941C659A8062}" presName="hierRoot2" presStyleCnt="0">
        <dgm:presLayoutVars>
          <dgm:hierBranch val="init"/>
        </dgm:presLayoutVars>
      </dgm:prSet>
      <dgm:spPr bwMode="auto"/>
    </dgm:pt>
    <dgm:pt modelId="{36EF5541-61A2-4F0C-AE1F-4117DD7406D4}" type="pres">
      <dgm:prSet presAssocID="{ED9D2C85-59D3-4F32-955F-941C659A8062}" presName="rootComposite" presStyleCnt="0"/>
      <dgm:spPr bwMode="auto"/>
    </dgm:pt>
    <dgm:pt modelId="{FA22F959-85E7-4F35-88E4-36269A310156}" type="pres">
      <dgm:prSet presAssocID="{ED9D2C85-59D3-4F32-955F-941C659A8062}" presName="rootText" presStyleLbl="node2" presStyleIdx="0" presStyleCnt="4">
        <dgm:presLayoutVars>
          <dgm:chPref val="3"/>
        </dgm:presLayoutVars>
      </dgm:prSet>
      <dgm:spPr bwMode="auto"/>
    </dgm:pt>
    <dgm:pt modelId="{EF300A4E-EDB4-434E-BA35-6791ED4D85BD}" type="pres">
      <dgm:prSet presAssocID="{ED9D2C85-59D3-4F32-955F-941C659A8062}" presName="rootConnector" presStyleLbl="node2" presStyleIdx="0" presStyleCnt="4"/>
      <dgm:spPr bwMode="auto"/>
    </dgm:pt>
    <dgm:pt modelId="{7153EEEF-1B8D-4000-8AF6-8661219249FF}" type="pres">
      <dgm:prSet presAssocID="{ED9D2C85-59D3-4F32-955F-941C659A8062}" presName="hierChild4" presStyleCnt="0"/>
      <dgm:spPr bwMode="auto"/>
    </dgm:pt>
    <dgm:pt modelId="{DAE8772C-BB05-4117-88AA-235C1EA466C9}" type="pres">
      <dgm:prSet presAssocID="{ED9D2C85-59D3-4F32-955F-941C659A8062}" presName="hierChild5" presStyleCnt="0"/>
      <dgm:spPr bwMode="auto"/>
    </dgm:pt>
    <dgm:pt modelId="{7C9797BE-EFEE-41E6-BEF3-78DF47219EA5}" type="pres">
      <dgm:prSet presAssocID="{51FB3C14-AC8C-4099-898D-6BCE8A5DA7CB}" presName="Name37" presStyleLbl="parChTrans1D2" presStyleIdx="1" presStyleCnt="4"/>
      <dgm:spPr bwMode="auto"/>
    </dgm:pt>
    <dgm:pt modelId="{691FCCBE-23E4-4D03-B799-3E4AC61862D3}" type="pres">
      <dgm:prSet presAssocID="{20ECA645-2D37-4902-AACF-814F298B189F}" presName="hierRoot2" presStyleCnt="0">
        <dgm:presLayoutVars>
          <dgm:hierBranch val="init"/>
        </dgm:presLayoutVars>
      </dgm:prSet>
      <dgm:spPr bwMode="auto"/>
    </dgm:pt>
    <dgm:pt modelId="{B24A8478-34AF-4FB5-AC07-29031CD96676}" type="pres">
      <dgm:prSet presAssocID="{20ECA645-2D37-4902-AACF-814F298B189F}" presName="rootComposite" presStyleCnt="0"/>
      <dgm:spPr bwMode="auto"/>
    </dgm:pt>
    <dgm:pt modelId="{3133C223-2E0A-49C5-8817-AA1CF0153389}" type="pres">
      <dgm:prSet presAssocID="{20ECA645-2D37-4902-AACF-814F298B189F}" presName="rootText" presStyleLbl="node2" presStyleIdx="1" presStyleCnt="4">
        <dgm:presLayoutVars>
          <dgm:chPref val="3"/>
        </dgm:presLayoutVars>
      </dgm:prSet>
      <dgm:spPr bwMode="auto"/>
    </dgm:pt>
    <dgm:pt modelId="{31F9B74B-CEE0-48D0-BE7D-4A2971E59297}" type="pres">
      <dgm:prSet presAssocID="{20ECA645-2D37-4902-AACF-814F298B189F}" presName="rootConnector" presStyleLbl="node2" presStyleIdx="1" presStyleCnt="4"/>
      <dgm:spPr bwMode="auto"/>
    </dgm:pt>
    <dgm:pt modelId="{E13239D6-4FC8-43E6-925D-2ED7B8828408}" type="pres">
      <dgm:prSet presAssocID="{20ECA645-2D37-4902-AACF-814F298B189F}" presName="hierChild4" presStyleCnt="0"/>
      <dgm:spPr bwMode="auto"/>
    </dgm:pt>
    <dgm:pt modelId="{40E237E1-4700-43D6-97C5-3FE7BC2EEA6E}" type="pres">
      <dgm:prSet presAssocID="{20ECA645-2D37-4902-AACF-814F298B189F}" presName="hierChild5" presStyleCnt="0"/>
      <dgm:spPr bwMode="auto"/>
    </dgm:pt>
    <dgm:pt modelId="{3E9D9FE3-924C-40B9-85A3-8ABA5634764C}" type="pres">
      <dgm:prSet presAssocID="{B8935DE2-5350-4EAB-B953-4EF964CA1392}" presName="Name37" presStyleLbl="parChTrans1D2" presStyleIdx="2" presStyleCnt="4"/>
      <dgm:spPr bwMode="auto"/>
    </dgm:pt>
    <dgm:pt modelId="{D1277594-F1D5-473A-9B20-FC5F9B5BDECE}" type="pres">
      <dgm:prSet presAssocID="{C231355D-A624-4FE8-9E97-A28D2F1A66DA}" presName="hierRoot2" presStyleCnt="0">
        <dgm:presLayoutVars>
          <dgm:hierBranch val="init"/>
        </dgm:presLayoutVars>
      </dgm:prSet>
      <dgm:spPr bwMode="auto"/>
    </dgm:pt>
    <dgm:pt modelId="{11508F0A-4946-47EA-AE32-8A38A77D4941}" type="pres">
      <dgm:prSet presAssocID="{C231355D-A624-4FE8-9E97-A28D2F1A66DA}" presName="rootComposite" presStyleCnt="0"/>
      <dgm:spPr bwMode="auto"/>
    </dgm:pt>
    <dgm:pt modelId="{AB204078-47EF-45F0-BA58-AEDAD1ACF3C7}" type="pres">
      <dgm:prSet presAssocID="{C231355D-A624-4FE8-9E97-A28D2F1A66DA}" presName="rootText" presStyleLbl="node2" presStyleIdx="2" presStyleCnt="4">
        <dgm:presLayoutVars>
          <dgm:chPref val="3"/>
        </dgm:presLayoutVars>
      </dgm:prSet>
      <dgm:spPr bwMode="auto"/>
    </dgm:pt>
    <dgm:pt modelId="{BBC7653B-5574-425D-9952-A95BB895F942}" type="pres">
      <dgm:prSet presAssocID="{C231355D-A624-4FE8-9E97-A28D2F1A66DA}" presName="rootConnector" presStyleLbl="node2" presStyleIdx="2" presStyleCnt="4"/>
      <dgm:spPr bwMode="auto"/>
    </dgm:pt>
    <dgm:pt modelId="{F994F139-D3FA-4DE1-8FB1-D9F3E9648003}" type="pres">
      <dgm:prSet presAssocID="{C231355D-A624-4FE8-9E97-A28D2F1A66DA}" presName="hierChild4" presStyleCnt="0"/>
      <dgm:spPr bwMode="auto"/>
    </dgm:pt>
    <dgm:pt modelId="{EBE83CBE-1F2E-4EE1-923D-2974EA3094CF}" type="pres">
      <dgm:prSet presAssocID="{C231355D-A624-4FE8-9E97-A28D2F1A66DA}" presName="hierChild5" presStyleCnt="0"/>
      <dgm:spPr bwMode="auto"/>
    </dgm:pt>
    <dgm:pt modelId="{0BC6A106-A14E-4952-8441-1CF6A8143A56}" type="pres">
      <dgm:prSet presAssocID="{86F54CD5-FB2F-4542-872F-44EC1B403C93}" presName="Name37" presStyleLbl="parChTrans1D2" presStyleIdx="3" presStyleCnt="4"/>
      <dgm:spPr bwMode="auto"/>
    </dgm:pt>
    <dgm:pt modelId="{40DBF433-D239-4014-AF62-9AF4C18F5BD2}" type="pres">
      <dgm:prSet presAssocID="{B64A6375-8008-412A-BA6C-8E82CDA198F5}" presName="hierRoot2" presStyleCnt="0">
        <dgm:presLayoutVars>
          <dgm:hierBranch val="init"/>
        </dgm:presLayoutVars>
      </dgm:prSet>
      <dgm:spPr bwMode="auto"/>
    </dgm:pt>
    <dgm:pt modelId="{019C66D9-68B6-476F-881D-E107B9697711}" type="pres">
      <dgm:prSet presAssocID="{B64A6375-8008-412A-BA6C-8E82CDA198F5}" presName="rootComposite" presStyleCnt="0"/>
      <dgm:spPr bwMode="auto"/>
    </dgm:pt>
    <dgm:pt modelId="{103CAA27-2B16-4CB3-83FE-1F0995B0249C}" type="pres">
      <dgm:prSet presAssocID="{B64A6375-8008-412A-BA6C-8E82CDA198F5}" presName="rootText" presStyleLbl="node2" presStyleIdx="3" presStyleCnt="4">
        <dgm:presLayoutVars>
          <dgm:chPref val="3"/>
        </dgm:presLayoutVars>
      </dgm:prSet>
      <dgm:spPr bwMode="auto"/>
    </dgm:pt>
    <dgm:pt modelId="{27DDF76A-CCCF-4035-ABFB-A68C8E729E5E}" type="pres">
      <dgm:prSet presAssocID="{B64A6375-8008-412A-BA6C-8E82CDA198F5}" presName="rootConnector" presStyleLbl="node2" presStyleIdx="3" presStyleCnt="4"/>
      <dgm:spPr bwMode="auto"/>
    </dgm:pt>
    <dgm:pt modelId="{11D92C31-C2BF-419B-B3F8-8BBEAB83813F}" type="pres">
      <dgm:prSet presAssocID="{B64A6375-8008-412A-BA6C-8E82CDA198F5}" presName="hierChild4" presStyleCnt="0"/>
      <dgm:spPr bwMode="auto"/>
    </dgm:pt>
    <dgm:pt modelId="{C1040240-5C18-4385-BEEA-493EC137AD2A}" type="pres">
      <dgm:prSet presAssocID="{B64A6375-8008-412A-BA6C-8E82CDA198F5}" presName="hierChild5" presStyleCnt="0"/>
      <dgm:spPr bwMode="auto"/>
    </dgm:pt>
    <dgm:pt modelId="{1E42013F-CDF7-400F-8640-6B0C7CCD141C}" type="pres">
      <dgm:prSet presAssocID="{3826CB81-6249-499D-9143-E5C254AF975D}" presName="hierChild3" presStyleCnt="0"/>
      <dgm:spPr bwMode="auto"/>
    </dgm:pt>
  </dgm:ptLst>
  <dgm:cxnLst>
    <dgm:cxn modelId="{13E97237-8FFA-4F94-9606-2745735515C7}" type="presOf" srcId="{3826CB81-6249-499D-9143-E5C254AF975D}" destId="{97C7A101-139A-469A-9ACE-D39F7864796D}" srcOrd="0" destOrd="0" presId="urn:microsoft.com/office/officeart/2005/8/layout/orgChart1"/>
    <dgm:cxn modelId="{49608564-A99C-4070-8C60-1C07EBA4C7D2}" type="parOf" srcId="{3826CB81-6249-499D-9143-E5C254AF975D}" destId="{ED9D2C85-59D3-4F32-955F-941C659A8062}" srcOrd="0" destOrd="0" parTransId="{C8402E82-0FA8-4879-AAE7-E3A08359F9AC}" sibTransId="{47B12511-C0E1-4F63-B914-E9D0CAAC70B3}"/>
    <dgm:cxn modelId="{6D75E569-66E5-4350-953B-71F6FE194C71}" type="parOf" srcId="{3826CB81-6249-499D-9143-E5C254AF975D}" destId="{C231355D-A624-4FE8-9E97-A28D2F1A66DA}" srcOrd="2" destOrd="0" parTransId="{B8935DE2-5350-4EAB-B953-4EF964CA1392}" sibTransId="{CA28A9CF-7539-4400-B00C-AFB309D1D9A3}"/>
    <dgm:cxn modelId="{15D4FC69-0AF1-40A3-81B1-542422D91E86}" type="presOf" srcId="{51FB3C14-AC8C-4099-898D-6BCE8A5DA7CB}" destId="{7C9797BE-EFEE-41E6-BEF3-78DF47219EA5}" srcOrd="0" destOrd="0" presId="urn:microsoft.com/office/officeart/2005/8/layout/orgChart1"/>
    <dgm:cxn modelId="{A9056A6A-3C28-470E-8014-ADB44C9581DC}" type="presOf" srcId="{20ECA645-2D37-4902-AACF-814F298B189F}" destId="{3133C223-2E0A-49C5-8817-AA1CF0153389}" srcOrd="0" destOrd="0" presId="urn:microsoft.com/office/officeart/2005/8/layout/orgChart1"/>
    <dgm:cxn modelId="{C980606F-1EA2-4FE7-A870-6E10FE1BCF6B}" type="presOf" srcId="{B760BDCE-13C4-4B8B-91FD-F5EF7F7CDC27}" destId="{3FE1235F-1555-4605-ACA3-A8D337290236}" srcOrd="0" destOrd="0" presId="urn:microsoft.com/office/officeart/2005/8/layout/orgChart1"/>
    <dgm:cxn modelId="{D92BD286-3730-4EAB-BDA4-FD1D2C51C42E}" type="presOf" srcId="{B64A6375-8008-412A-BA6C-8E82CDA198F5}" destId="{103CAA27-2B16-4CB3-83FE-1F0995B0249C}" srcOrd="0" destOrd="0" presId="urn:microsoft.com/office/officeart/2005/8/layout/orgChart1"/>
    <dgm:cxn modelId="{2193FA9A-CFFC-4E2A-AF69-976440663505}" type="presOf" srcId="{ED9D2C85-59D3-4F32-955F-941C659A8062}" destId="{FA22F959-85E7-4F35-88E4-36269A310156}" srcOrd="0" destOrd="0" presId="urn:microsoft.com/office/officeart/2005/8/layout/orgChart1"/>
    <dgm:cxn modelId="{CF02EFAD-AB74-4FD6-AECE-4010419F12A2}" type="presOf" srcId="{C231355D-A624-4FE8-9E97-A28D2F1A66DA}" destId="{AB204078-47EF-45F0-BA58-AEDAD1ACF3C7}" srcOrd="0" destOrd="0" presId="urn:microsoft.com/office/officeart/2005/8/layout/orgChart1"/>
    <dgm:cxn modelId="{CBAD06B1-55E3-44E3-9A33-0AE9A4EB87F2}" type="presOf" srcId="{C8402E82-0FA8-4879-AAE7-E3A08359F9AC}" destId="{500A1DCE-21A4-41EB-ACFB-1453807940F3}" srcOrd="0" destOrd="0" presId="urn:microsoft.com/office/officeart/2005/8/layout/orgChart1"/>
    <dgm:cxn modelId="{543DD4B6-7F61-45EC-ADA1-56F41E2266CE}" type="parOf" srcId="{B760BDCE-13C4-4B8B-91FD-F5EF7F7CDC27}" destId="{3826CB81-6249-499D-9143-E5C254AF975D}" srcOrd="0" destOrd="0" parTransId="{A6CC7046-DD12-4573-BC49-5141247FB064}" sibTransId="{AE82B930-8C51-4298-994B-F8C22F29AA04}"/>
    <dgm:cxn modelId="{7F5FF7B6-A45F-4BC1-BC66-962FCFEC86C1}" type="presOf" srcId="{B8935DE2-5350-4EAB-B953-4EF964CA1392}" destId="{3E9D9FE3-924C-40B9-85A3-8ABA5634764C}" srcOrd="0" destOrd="0" presId="urn:microsoft.com/office/officeart/2005/8/layout/orgChart1"/>
    <dgm:cxn modelId="{B33179BD-6E1E-4B8B-8FE9-3B441B8A8C85}" type="presOf" srcId="{86F54CD5-FB2F-4542-872F-44EC1B403C93}" destId="{0BC6A106-A14E-4952-8441-1CF6A8143A56}" srcOrd="0" destOrd="0" presId="urn:microsoft.com/office/officeart/2005/8/layout/orgChart1"/>
    <dgm:cxn modelId="{1B5D4DD2-8D57-4066-AA09-E2DCEFE6EC29}" type="parOf" srcId="{3826CB81-6249-499D-9143-E5C254AF975D}" destId="{20ECA645-2D37-4902-AACF-814F298B189F}" srcOrd="1" destOrd="0" parTransId="{51FB3C14-AC8C-4099-898D-6BCE8A5DA7CB}" sibTransId="{B9B9B9B3-8298-4270-A59F-7E806B02212E}"/>
    <dgm:cxn modelId="{306229D3-0B21-4324-B186-315E802D8986}" type="parOf" srcId="{3826CB81-6249-499D-9143-E5C254AF975D}" destId="{B64A6375-8008-412A-BA6C-8E82CDA198F5}" srcOrd="3" destOrd="0" parTransId="{86F54CD5-FB2F-4542-872F-44EC1B403C93}" sibTransId="{E7452918-B586-41B5-9902-D453AA909721}"/>
    <dgm:cxn modelId="{6CB87B7F-8677-46B9-BF64-853EF3E2B543}" type="presParOf" srcId="{3FE1235F-1555-4605-ACA3-A8D337290236}" destId="{4D238665-4B79-4B9E-A72E-1F43AA62E6E6}" srcOrd="0" destOrd="0" presId="urn:microsoft.com/office/officeart/2005/8/layout/orgChart1"/>
    <dgm:cxn modelId="{585929C3-8060-4B85-8CE2-E6663A479E7E}" type="presParOf" srcId="{4D238665-4B79-4B9E-A72E-1F43AA62E6E6}" destId="{A5E80512-3E06-48D7-84BF-C07546137912}" srcOrd="0" destOrd="0" presId="urn:microsoft.com/office/officeart/2005/8/layout/orgChart1"/>
    <dgm:cxn modelId="{18F985A9-5437-4320-858A-C55BEC2FCF5B}" type="presParOf" srcId="{A5E80512-3E06-48D7-84BF-C07546137912}" destId="{97C7A101-139A-469A-9ACE-D39F7864796D}" srcOrd="0" destOrd="0" presId="urn:microsoft.com/office/officeart/2005/8/layout/orgChart1"/>
    <dgm:cxn modelId="{9961B9A6-446C-49CA-B452-C611996050FB}" type="presParOf" srcId="{A5E80512-3E06-48D7-84BF-C07546137912}" destId="{9DBE44DF-3D6C-4869-AC92-D267091DCEB7}" srcOrd="1" destOrd="0" presId="urn:microsoft.com/office/officeart/2005/8/layout/orgChart1"/>
    <dgm:cxn modelId="{544F6980-9AD1-4468-9073-357AA45365A5}" type="presParOf" srcId="{4D238665-4B79-4B9E-A72E-1F43AA62E6E6}" destId="{2761849E-36D0-4BB2-96B9-C62A838B1C3D}" srcOrd="1" destOrd="0" presId="urn:microsoft.com/office/officeart/2005/8/layout/orgChart1"/>
    <dgm:cxn modelId="{F1E6CD9F-5CE4-46CD-B094-3C0B51DF1A4F}" type="presParOf" srcId="{2761849E-36D0-4BB2-96B9-C62A838B1C3D}" destId="{500A1DCE-21A4-41EB-ACFB-1453807940F3}" srcOrd="0" destOrd="0" presId="urn:microsoft.com/office/officeart/2005/8/layout/orgChart1"/>
    <dgm:cxn modelId="{A817D16E-A07C-431F-AEC9-B7ADAA2BF76B}" type="presParOf" srcId="{2761849E-36D0-4BB2-96B9-C62A838B1C3D}" destId="{CEE0BA29-5BCE-4428-9668-6C29D6B77BDE}" srcOrd="1" destOrd="0" presId="urn:microsoft.com/office/officeart/2005/8/layout/orgChart1"/>
    <dgm:cxn modelId="{F7025F45-FFA7-415B-AAFE-285F6A5EAC0D}" type="presParOf" srcId="{CEE0BA29-5BCE-4428-9668-6C29D6B77BDE}" destId="{36EF5541-61A2-4F0C-AE1F-4117DD7406D4}" srcOrd="0" destOrd="0" presId="urn:microsoft.com/office/officeart/2005/8/layout/orgChart1"/>
    <dgm:cxn modelId="{2BEB42FE-A003-45FF-AF8A-CBDC9B98A695}" type="presParOf" srcId="{36EF5541-61A2-4F0C-AE1F-4117DD7406D4}" destId="{FA22F959-85E7-4F35-88E4-36269A310156}" srcOrd="0" destOrd="0" presId="urn:microsoft.com/office/officeart/2005/8/layout/orgChart1"/>
    <dgm:cxn modelId="{2ADE3887-D526-4E16-97C3-D3E2FBA07374}" type="presParOf" srcId="{36EF5541-61A2-4F0C-AE1F-4117DD7406D4}" destId="{EF300A4E-EDB4-434E-BA35-6791ED4D85BD}" srcOrd="1" destOrd="0" presId="urn:microsoft.com/office/officeart/2005/8/layout/orgChart1"/>
    <dgm:cxn modelId="{0DCD8208-8D74-483A-8335-254F838CC516}" type="presParOf" srcId="{CEE0BA29-5BCE-4428-9668-6C29D6B77BDE}" destId="{7153EEEF-1B8D-4000-8AF6-8661219249FF}" srcOrd="1" destOrd="0" presId="urn:microsoft.com/office/officeart/2005/8/layout/orgChart1"/>
    <dgm:cxn modelId="{1DD145CC-31A0-4417-B2A9-BC4935C10DCC}" type="presParOf" srcId="{CEE0BA29-5BCE-4428-9668-6C29D6B77BDE}" destId="{DAE8772C-BB05-4117-88AA-235C1EA466C9}" srcOrd="2" destOrd="0" presId="urn:microsoft.com/office/officeart/2005/8/layout/orgChart1"/>
    <dgm:cxn modelId="{F02F596F-40C8-48F6-BB8D-8051590225BE}" type="presParOf" srcId="{2761849E-36D0-4BB2-96B9-C62A838B1C3D}" destId="{7C9797BE-EFEE-41E6-BEF3-78DF47219EA5}" srcOrd="2" destOrd="0" presId="urn:microsoft.com/office/officeart/2005/8/layout/orgChart1"/>
    <dgm:cxn modelId="{E208E85A-6B59-400E-9540-D883B260EECE}" type="presParOf" srcId="{2761849E-36D0-4BB2-96B9-C62A838B1C3D}" destId="{691FCCBE-23E4-4D03-B799-3E4AC61862D3}" srcOrd="3" destOrd="0" presId="urn:microsoft.com/office/officeart/2005/8/layout/orgChart1"/>
    <dgm:cxn modelId="{A06B63D7-F9EE-48E4-B521-52578CF68133}" type="presParOf" srcId="{691FCCBE-23E4-4D03-B799-3E4AC61862D3}" destId="{B24A8478-34AF-4FB5-AC07-29031CD96676}" srcOrd="0" destOrd="0" presId="urn:microsoft.com/office/officeart/2005/8/layout/orgChart1"/>
    <dgm:cxn modelId="{215032F9-FCFA-4424-9D77-ED6A14261055}" type="presParOf" srcId="{B24A8478-34AF-4FB5-AC07-29031CD96676}" destId="{3133C223-2E0A-49C5-8817-AA1CF0153389}" srcOrd="0" destOrd="0" presId="urn:microsoft.com/office/officeart/2005/8/layout/orgChart1"/>
    <dgm:cxn modelId="{DA4C0EE7-3E93-4B68-99D4-9FCBEAF6B9E1}" type="presParOf" srcId="{B24A8478-34AF-4FB5-AC07-29031CD96676}" destId="{31F9B74B-CEE0-48D0-BE7D-4A2971E59297}" srcOrd="1" destOrd="0" presId="urn:microsoft.com/office/officeart/2005/8/layout/orgChart1"/>
    <dgm:cxn modelId="{2E525C3F-8F2C-4530-B4C9-D1908A76D1CC}" type="presParOf" srcId="{691FCCBE-23E4-4D03-B799-3E4AC61862D3}" destId="{E13239D6-4FC8-43E6-925D-2ED7B8828408}" srcOrd="1" destOrd="0" presId="urn:microsoft.com/office/officeart/2005/8/layout/orgChart1"/>
    <dgm:cxn modelId="{C810F593-1D2F-465E-B97E-D0F95C1EDC0B}" type="presParOf" srcId="{691FCCBE-23E4-4D03-B799-3E4AC61862D3}" destId="{40E237E1-4700-43D6-97C5-3FE7BC2EEA6E}" srcOrd="2" destOrd="0" presId="urn:microsoft.com/office/officeart/2005/8/layout/orgChart1"/>
    <dgm:cxn modelId="{3EBDAE4F-AF10-4CF5-BE7A-8C1DECB2A974}" type="presParOf" srcId="{2761849E-36D0-4BB2-96B9-C62A838B1C3D}" destId="{3E9D9FE3-924C-40B9-85A3-8ABA5634764C}" srcOrd="4" destOrd="0" presId="urn:microsoft.com/office/officeart/2005/8/layout/orgChart1"/>
    <dgm:cxn modelId="{FBB6E5A5-FDFC-43F3-AF01-207A5D5D689F}" type="presParOf" srcId="{2761849E-36D0-4BB2-96B9-C62A838B1C3D}" destId="{D1277594-F1D5-473A-9B20-FC5F9B5BDECE}" srcOrd="5" destOrd="0" presId="urn:microsoft.com/office/officeart/2005/8/layout/orgChart1"/>
    <dgm:cxn modelId="{B56B6629-B495-4D87-BA96-376A0DB232FF}" type="presParOf" srcId="{D1277594-F1D5-473A-9B20-FC5F9B5BDECE}" destId="{11508F0A-4946-47EA-AE32-8A38A77D4941}" srcOrd="0" destOrd="0" presId="urn:microsoft.com/office/officeart/2005/8/layout/orgChart1"/>
    <dgm:cxn modelId="{A7BCA514-31C0-4407-B8D0-ED045071906D}" type="presParOf" srcId="{11508F0A-4946-47EA-AE32-8A38A77D4941}" destId="{AB204078-47EF-45F0-BA58-AEDAD1ACF3C7}" srcOrd="0" destOrd="0" presId="urn:microsoft.com/office/officeart/2005/8/layout/orgChart1"/>
    <dgm:cxn modelId="{6DFC3110-6542-4C9A-98B2-62907264684D}" type="presParOf" srcId="{11508F0A-4946-47EA-AE32-8A38A77D4941}" destId="{BBC7653B-5574-425D-9952-A95BB895F942}" srcOrd="1" destOrd="0" presId="urn:microsoft.com/office/officeart/2005/8/layout/orgChart1"/>
    <dgm:cxn modelId="{3BAF6C6A-3FE5-42BF-BDAA-EA07B8873E32}" type="presParOf" srcId="{D1277594-F1D5-473A-9B20-FC5F9B5BDECE}" destId="{F994F139-D3FA-4DE1-8FB1-D9F3E9648003}" srcOrd="1" destOrd="0" presId="urn:microsoft.com/office/officeart/2005/8/layout/orgChart1"/>
    <dgm:cxn modelId="{5B439CF1-0C91-46C8-8B0B-011685C624A4}" type="presParOf" srcId="{D1277594-F1D5-473A-9B20-FC5F9B5BDECE}" destId="{EBE83CBE-1F2E-4EE1-923D-2974EA3094CF}" srcOrd="2" destOrd="0" presId="urn:microsoft.com/office/officeart/2005/8/layout/orgChart1"/>
    <dgm:cxn modelId="{E77173D9-465D-4C89-8197-3501B6838FDB}" type="presParOf" srcId="{2761849E-36D0-4BB2-96B9-C62A838B1C3D}" destId="{0BC6A106-A14E-4952-8441-1CF6A8143A56}" srcOrd="6" destOrd="0" presId="urn:microsoft.com/office/officeart/2005/8/layout/orgChart1"/>
    <dgm:cxn modelId="{0E4B2F3C-1B70-4918-A0DF-5EC82D1ECBA6}" type="presParOf" srcId="{2761849E-36D0-4BB2-96B9-C62A838B1C3D}" destId="{40DBF433-D239-4014-AF62-9AF4C18F5BD2}" srcOrd="7" destOrd="0" presId="urn:microsoft.com/office/officeart/2005/8/layout/orgChart1"/>
    <dgm:cxn modelId="{39B0A61B-C367-42E8-BF80-0FC4843E8F17}" type="presParOf" srcId="{40DBF433-D239-4014-AF62-9AF4C18F5BD2}" destId="{019C66D9-68B6-476F-881D-E107B9697711}" srcOrd="0" destOrd="0" presId="urn:microsoft.com/office/officeart/2005/8/layout/orgChart1"/>
    <dgm:cxn modelId="{E0516CD1-19BA-4C0C-8B7C-AD7D207E8D95}" type="presParOf" srcId="{019C66D9-68B6-476F-881D-E107B9697711}" destId="{103CAA27-2B16-4CB3-83FE-1F0995B0249C}" srcOrd="0" destOrd="0" presId="urn:microsoft.com/office/officeart/2005/8/layout/orgChart1"/>
    <dgm:cxn modelId="{87E12A5E-F79E-4B04-B401-94280CD8E1BB}" type="presParOf" srcId="{019C66D9-68B6-476F-881D-E107B9697711}" destId="{27DDF76A-CCCF-4035-ABFB-A68C8E729E5E}" srcOrd="1" destOrd="0" presId="urn:microsoft.com/office/officeart/2005/8/layout/orgChart1"/>
    <dgm:cxn modelId="{7C80FC8B-C0AC-4B75-861E-1C623A33FC1B}" type="presParOf" srcId="{40DBF433-D239-4014-AF62-9AF4C18F5BD2}" destId="{11D92C31-C2BF-419B-B3F8-8BBEAB83813F}" srcOrd="1" destOrd="0" presId="urn:microsoft.com/office/officeart/2005/8/layout/orgChart1"/>
    <dgm:cxn modelId="{4956A36E-AC0A-40B2-AE62-173BFFD13E77}" type="presParOf" srcId="{40DBF433-D239-4014-AF62-9AF4C18F5BD2}" destId="{C1040240-5C18-4385-BEEA-493EC137AD2A}" srcOrd="2" destOrd="0" presId="urn:microsoft.com/office/officeart/2005/8/layout/orgChart1"/>
    <dgm:cxn modelId="{E6954DE7-7CF5-421B-A91F-2561D4FDAA25}" type="presParOf" srcId="{4D238665-4B79-4B9E-A72E-1F43AA62E6E6}" destId="{1E42013F-CDF7-400F-8640-6B0C7CCD141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4E2E9C96-E376-4CAB-9BDD-A1A5CB66AA2F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501B3373-817F-41C7-9ECA-3B86A6340E79}" type="node">
      <dgm:prSet/>
      <dgm:spPr bwMode="auto"/>
      <dgm:t>
        <a:bodyPr/>
        <a:lstStyle/>
        <a:p>
          <a:pPr>
            <a:defRPr/>
          </a:pPr>
          <a:r>
            <a:rPr lang="en-US"/>
            <a:t>Reduced arithmetic complexity.</a:t>
          </a:r>
          <a:endParaRPr/>
        </a:p>
      </dgm:t>
    </dgm:pt>
    <dgm:pt modelId="{16753261-DEC7-4437-89F6-A81DB467DDC5}" type="parTrans" cxnId="{11244376-EE8F-4A9A-A8F1-D7C11D6AAA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484AF6A-B5FA-45A4-9149-4D9646F9301F}" type="sibTrans" cxnId="{11244376-EE8F-4A9A-A8F1-D7C11D6AAADF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30C00E3-0A00-4015-AC9D-58778729A839}" type="node">
      <dgm:prSet/>
      <dgm:spPr bwMode="auto"/>
      <dgm:t>
        <a:bodyPr/>
        <a:lstStyle/>
        <a:p>
          <a:pPr>
            <a:defRPr/>
          </a:pPr>
          <a:r>
            <a:rPr lang="en-US"/>
            <a:t>Higher processing throughput.</a:t>
          </a:r>
          <a:endParaRPr/>
        </a:p>
      </dgm:t>
    </dgm:pt>
    <dgm:pt modelId="{953AD4B8-ECDB-406A-BC9D-DF881ABDA827}" type="parTrans" cxnId="{424B9784-F7EC-451F-A119-30FC20CAC45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978222F8-DFFA-48E6-90A1-47BC7B226A61}" type="sibTrans" cxnId="{424B9784-F7EC-451F-A119-30FC20CAC455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296ACEC-8526-46D9-BB09-A584726A4A46}" type="node">
      <dgm:prSet/>
      <dgm:spPr bwMode="auto"/>
      <dgm:t>
        <a:bodyPr/>
        <a:lstStyle/>
        <a:p>
          <a:pPr>
            <a:defRPr/>
          </a:pPr>
          <a:r>
            <a:rPr lang="en-US"/>
            <a:t>Lower power consumption.</a:t>
          </a:r>
          <a:endParaRPr/>
        </a:p>
      </dgm:t>
    </dgm:pt>
    <dgm:pt modelId="{C1A842F7-9543-4549-AE2E-8EF356D917DC}" type="parTrans" cxnId="{45C15308-73C2-4A76-83CD-B16D1F05EF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4380BA2-0A33-4896-9743-0A9D68AE1375}" type="sibTrans" cxnId="{45C15308-73C2-4A76-83CD-B16D1F05EF7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583DDD9-72A4-419B-8C75-E1BCD9557BBB}" type="node">
      <dgm:prSet/>
      <dgm:spPr bwMode="auto"/>
      <dgm:t>
        <a:bodyPr/>
        <a:lstStyle/>
        <a:p>
          <a:pPr>
            <a:defRPr/>
          </a:pPr>
          <a:r>
            <a:rPr lang="en-US"/>
            <a:t>Efficient edge AI deployment.</a:t>
          </a:r>
          <a:endParaRPr/>
        </a:p>
      </dgm:t>
    </dgm:pt>
    <dgm:pt modelId="{61F0C299-BC85-4494-8920-41218894A138}" type="parTrans" cxnId="{F352451D-CEE7-4038-A07D-2D14A59E517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ABBD7FE-9034-45DE-A58B-87BC09C170DD}" type="sibTrans" cxnId="{F352451D-CEE7-4038-A07D-2D14A59E517A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5A17838-AC09-473F-9589-2A6E1FFCD329}" type="pres">
      <dgm:prSet presAssocID="{4E2E9C96-E376-4CAB-9BDD-A1A5CB66AA2F}" presName="matrix" presStyleCnt="0">
        <dgm:presLayoutVars>
          <dgm:chMax val="1"/>
          <dgm:dir val="norm"/>
          <dgm:resizeHandles val="exact"/>
        </dgm:presLayoutVars>
      </dgm:prSet>
      <dgm:spPr bwMode="auto"/>
    </dgm:pt>
    <dgm:pt modelId="{CC528BD3-5A8F-4264-B10E-A0BF5A66F99E}" type="pres">
      <dgm:prSet presAssocID="{4E2E9C96-E376-4CAB-9BDD-A1A5CB66AA2F}" presName="diamond" presStyleLbl="bgShp" presStyleIdx="0" presStyleCnt="1"/>
      <dgm:spPr bwMode="auto"/>
    </dgm:pt>
    <dgm:pt modelId="{982CF4D5-89D5-4356-BF3A-602144C8D1F4}" type="pres">
      <dgm:prSet presAssocID="{4E2E9C96-E376-4CAB-9BDD-A1A5CB66AA2F}" presName="quad1" presStyleLbl="node1" presStyleIdx="0" presStyleCnt="4">
        <dgm:presLayoutVars>
          <dgm:chMax val="0"/>
          <dgm:chPref val="0"/>
          <dgm:bulletEnabled val="1"/>
        </dgm:presLayoutVars>
      </dgm:prSet>
      <dgm:spPr bwMode="auto"/>
    </dgm:pt>
    <dgm:pt modelId="{DA81E234-19D5-45D8-982E-A4B872CD75F1}" type="pres">
      <dgm:prSet presAssocID="{4E2E9C96-E376-4CAB-9BDD-A1A5CB66AA2F}" presName="quad2" presStyleLbl="node1" presStyleIdx="1" presStyleCnt="4">
        <dgm:presLayoutVars>
          <dgm:chMax val="0"/>
          <dgm:chPref val="0"/>
          <dgm:bulletEnabled val="1"/>
        </dgm:presLayoutVars>
      </dgm:prSet>
      <dgm:spPr bwMode="auto"/>
    </dgm:pt>
    <dgm:pt modelId="{99D0A4B0-1BCC-4D51-8008-71C859C4BF5C}" type="pres">
      <dgm:prSet presAssocID="{4E2E9C96-E376-4CAB-9BDD-A1A5CB66AA2F}" presName="quad3" presStyleLbl="node1" presStyleIdx="2" presStyleCnt="4">
        <dgm:presLayoutVars>
          <dgm:chMax val="0"/>
          <dgm:chPref val="0"/>
          <dgm:bulletEnabled val="1"/>
        </dgm:presLayoutVars>
      </dgm:prSet>
      <dgm:spPr bwMode="auto"/>
    </dgm:pt>
    <dgm:pt modelId="{39393A0B-C959-4975-AEC7-4CA25A847271}" type="pres">
      <dgm:prSet presAssocID="{4E2E9C96-E376-4CAB-9BDD-A1A5CB66AA2F}" presName="quad4" presStyleLbl="node1" presStyleIdx="3" presStyleCnt="4">
        <dgm:presLayoutVars>
          <dgm:chMax val="0"/>
          <dgm:chPref val="0"/>
          <dgm:bulletEnabled val="1"/>
        </dgm:presLayoutVars>
      </dgm:prSet>
      <dgm:spPr bwMode="auto"/>
    </dgm:pt>
  </dgm:ptLst>
  <dgm:cxnLst>
    <dgm:cxn modelId="{45C15308-73C2-4A76-83CD-B16D1F05EF74}" type="parOf" srcId="{4E2E9C96-E376-4CAB-9BDD-A1A5CB66AA2F}" destId="{1296ACEC-8526-46D9-BB09-A584726A4A46}" srcOrd="2" destOrd="0" parTransId="{C1A842F7-9543-4549-AE2E-8EF356D917DC}" sibTransId="{A4380BA2-0A33-4896-9743-0A9D68AE1375}"/>
    <dgm:cxn modelId="{F352451D-CEE7-4038-A07D-2D14A59E517A}" type="parOf" srcId="{4E2E9C96-E376-4CAB-9BDD-A1A5CB66AA2F}" destId="{4583DDD9-72A4-419B-8C75-E1BCD9557BBB}" srcOrd="3" destOrd="0" parTransId="{61F0C299-BC85-4494-8920-41218894A138}" sibTransId="{5ABBD7FE-9034-45DE-A58B-87BC09C170DD}"/>
    <dgm:cxn modelId="{73631B20-B0BD-4B03-A33D-AF1B0D27E032}" type="presOf" srcId="{4583DDD9-72A4-419B-8C75-E1BCD9557BBB}" destId="{39393A0B-C959-4975-AEC7-4CA25A847271}" srcOrd="0" destOrd="0" presId="urn:microsoft.com/office/officeart/2005/8/layout/matrix3"/>
    <dgm:cxn modelId="{11244376-EE8F-4A9A-A8F1-D7C11D6AAADF}" type="parOf" srcId="{4E2E9C96-E376-4CAB-9BDD-A1A5CB66AA2F}" destId="{501B3373-817F-41C7-9ECA-3B86A6340E79}" srcOrd="0" destOrd="0" parTransId="{16753261-DEC7-4437-89F6-A81DB467DDC5}" sibTransId="{B484AF6A-B5FA-45A4-9149-4D9646F9301F}"/>
    <dgm:cxn modelId="{424B9784-F7EC-451F-A119-30FC20CAC455}" type="parOf" srcId="{4E2E9C96-E376-4CAB-9BDD-A1A5CB66AA2F}" destId="{230C00E3-0A00-4015-AC9D-58778729A839}" srcOrd="1" destOrd="0" parTransId="{953AD4B8-ECDB-406A-BC9D-DF881ABDA827}" sibTransId="{978222F8-DFFA-48E6-90A1-47BC7B226A61}"/>
    <dgm:cxn modelId="{7E773998-9635-45EC-BE22-3E041E2DA60F}" type="presOf" srcId="{1296ACEC-8526-46D9-BB09-A584726A4A46}" destId="{99D0A4B0-1BCC-4D51-8008-71C859C4BF5C}" srcOrd="0" destOrd="0" presId="urn:microsoft.com/office/officeart/2005/8/layout/matrix3"/>
    <dgm:cxn modelId="{75AE149C-1A2A-451C-BB14-3B318C937CC8}" type="presOf" srcId="{230C00E3-0A00-4015-AC9D-58778729A839}" destId="{DA81E234-19D5-45D8-982E-A4B872CD75F1}" srcOrd="0" destOrd="0" presId="urn:microsoft.com/office/officeart/2005/8/layout/matrix3"/>
    <dgm:cxn modelId="{80C3E8C5-6249-43F3-8141-FD85488A919D}" type="presOf" srcId="{4E2E9C96-E376-4CAB-9BDD-A1A5CB66AA2F}" destId="{E5A17838-AC09-473F-9589-2A6E1FFCD329}" srcOrd="0" destOrd="0" presId="urn:microsoft.com/office/officeart/2005/8/layout/matrix3"/>
    <dgm:cxn modelId="{744CD4F5-505A-4231-9CBF-BFADF6AD4F30}" type="presOf" srcId="{501B3373-817F-41C7-9ECA-3B86A6340E79}" destId="{982CF4D5-89D5-4356-BF3A-602144C8D1F4}" srcOrd="0" destOrd="0" presId="urn:microsoft.com/office/officeart/2005/8/layout/matrix3"/>
    <dgm:cxn modelId="{35E3393B-35E3-45AF-B936-B8AF6E53F1D1}" type="presParOf" srcId="{E5A17838-AC09-473F-9589-2A6E1FFCD329}" destId="{CC528BD3-5A8F-4264-B10E-A0BF5A66F99E}" srcOrd="0" destOrd="0" presId="urn:microsoft.com/office/officeart/2005/8/layout/matrix3"/>
    <dgm:cxn modelId="{AB732F48-3159-4D3B-93A1-7DE86E28F7FF}" type="presParOf" srcId="{E5A17838-AC09-473F-9589-2A6E1FFCD329}" destId="{982CF4D5-89D5-4356-BF3A-602144C8D1F4}" srcOrd="1" destOrd="0" presId="urn:microsoft.com/office/officeart/2005/8/layout/matrix3"/>
    <dgm:cxn modelId="{FF727210-340D-4521-94A5-BE14AE6FEED7}" type="presParOf" srcId="{E5A17838-AC09-473F-9589-2A6E1FFCD329}" destId="{DA81E234-19D5-45D8-982E-A4B872CD75F1}" srcOrd="2" destOrd="0" presId="urn:microsoft.com/office/officeart/2005/8/layout/matrix3"/>
    <dgm:cxn modelId="{E667C6BD-4B89-4CC6-89BD-596EF78EAEBE}" type="presParOf" srcId="{E5A17838-AC09-473F-9589-2A6E1FFCD329}" destId="{99D0A4B0-1BCC-4D51-8008-71C859C4BF5C}" srcOrd="3" destOrd="0" presId="urn:microsoft.com/office/officeart/2005/8/layout/matrix3"/>
    <dgm:cxn modelId="{2CFBF947-BCFA-4BCB-8E9C-0EA570D78E00}" type="presParOf" srcId="{E5A17838-AC09-473F-9589-2A6E1FFCD329}" destId="{39393A0B-C959-4975-AEC7-4CA25A84727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D8F24B9-805E-4E53-AFAA-E9326E48D63A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E626AE27-8FB6-4DFD-B30D-29A84EF557C0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Complete RTL implementation of ShuffleNet V2 — timing closed at 100 MHz</a:t>
          </a:r>
          <a:endParaRPr lang="en-US"/>
        </a:p>
      </dgm:t>
    </dgm:pt>
    <dgm:pt modelId="{B12BBB9B-F068-4431-B45B-81426031EC6D}" type="parTrans" cxnId="{D2EDE275-715A-4956-B365-10C9D09A918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E611076-C645-4BC1-A2DF-EB2B95642941}" type="sibTrans" cxnId="{D2EDE275-715A-4956-B365-10C9D09A918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6FA3678-9D5A-4F84-BE22-1C3866A789AE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48 RTL modules, 48 self-checking testbenches — all pass</a:t>
          </a:r>
          <a:endParaRPr lang="en-US"/>
        </a:p>
      </dgm:t>
    </dgm:pt>
    <dgm:pt modelId="{99E73E90-5509-4DD8-8982-241B253E881F}" type="parTrans" cxnId="{0AFFA03B-2138-4818-BCA3-7D187FCBB59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7949397-A665-48A4-8BF0-D6FE735E248D}" type="sibTrans" cxnId="{0AFFA03B-2138-4818-BCA3-7D187FCBB59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BF674299-18CC-4377-8B7E-BF72ECFC4DB9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Q6.8 fixed-point model: ~71% Top-1 accuracy on ImageNet</a:t>
          </a:r>
          <a:endParaRPr lang="en-US"/>
        </a:p>
      </dgm:t>
    </dgm:pt>
    <dgm:pt modelId="{A96CD216-ABBF-43AE-8FC2-E1E8A9F64E10}" type="parTrans" cxnId="{5A0464D6-23B8-4AE3-8444-1C2560F288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8FDBC56-034A-4371-B6D5-9DF2F9B42C48}" type="sibTrans" cxnId="{5A0464D6-23B8-4AE3-8444-1C2560F288FC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FD4475D-60D7-4C2A-A9F7-393F9A6F0183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Four Vitis HLS models for RTL vs HLS comparison on ZU19EG</a:t>
          </a:r>
          <a:endParaRPr lang="en-US"/>
        </a:p>
      </dgm:t>
    </dgm:pt>
    <dgm:pt modelId="{9791C9F9-07C9-4EDF-B36D-01EAA82F7AAC}" type="parTrans" cxnId="{B16FC8E4-B9B8-4F0D-9F9C-38E029DCF08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C9B9B97-4A02-488D-A0B9-D61E4996B4D6}" type="sibTrans" cxnId="{B16FC8E4-B9B8-4F0D-9F9C-38E029DCF08E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8BB3315-E8C9-47A3-AE4D-6BE27E7DB561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Program ZU19EG and run end-to-end inference test</a:t>
          </a:r>
          <a:endParaRPr lang="en-US"/>
        </a:p>
      </dgm:t>
    </dgm:pt>
    <dgm:pt modelId="{68840D30-790C-4FCB-8E01-7F50DE9011F7}" type="parTrans" cxnId="{FBE82BAB-19D4-4020-A3A4-53C1715E46A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1241205-7895-4281-BA2E-A31752760ED4}" type="sibTrans" cxnId="{FBE82BAB-19D4-4020-A3A4-53C1715E46A4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A29B3CC2-4427-40BD-B671-DED0BE567D42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Measurement of throughput, latency, and on-chip power</a:t>
          </a:r>
          <a:endParaRPr lang="en-US"/>
        </a:p>
      </dgm:t>
    </dgm:pt>
    <dgm:pt modelId="{D169ADA0-C967-416A-B06D-FD974C62CF6E}" type="parTrans" cxnId="{A968D037-00CD-4235-81CA-AC5F0CC0E6B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1B9AFC6-C891-4A05-82F1-356FE31FE4F9}" type="sibTrans" cxnId="{A968D037-00CD-4235-81CA-AC5F0CC0E6B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F66DEF8E-C71A-4B1A-8101-E8D6024BF476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Run HLS models and compile RTL vs HLS table</a:t>
          </a:r>
          <a:endParaRPr lang="en-US"/>
        </a:p>
      </dgm:t>
    </dgm:pt>
    <dgm:pt modelId="{09CADEB8-12B5-4203-B13D-98D87514D720}" type="parTrans" cxnId="{D8A4C4F8-7BB4-46DC-BCF9-E47A5CC0F8D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75A09E8A-FC9D-4564-9683-413B57FE0138}" type="sibTrans" cxnId="{D8A4C4F8-7BB4-46DC-BCF9-E47A5CC0F8D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0D284F7A-2268-4A48-91E8-00D5558FE7A5}" type="node">
      <dgm:prSet/>
      <dgm:spPr bwMode="auto"/>
      <dgm:t>
        <a:bodyPr/>
        <a:lstStyle/>
        <a:p>
          <a:pPr>
            <a:defRPr/>
          </a:pPr>
          <a:r>
            <a:rPr lang="en-US" b="0" i="0"/>
            <a:t>▸  Full documentation: README, block diagrams, reports</a:t>
          </a:r>
          <a:endParaRPr lang="en-US"/>
        </a:p>
      </dgm:t>
    </dgm:pt>
    <dgm:pt modelId="{1D40E94C-322F-4582-91B0-63F2384D62B7}" type="parTrans" cxnId="{25BF68DD-4AB7-4FCA-AC52-5717CE4370F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8E32844-9A47-489B-AADF-D3F560EE4956}" type="sibTrans" cxnId="{25BF68DD-4AB7-4FCA-AC52-5717CE4370F8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F60906B-80B9-43D5-B504-915760E151F2}" type="pres">
      <dgm:prSet presAssocID="{0D8F24B9-805E-4E53-AFAA-E9326E48D63A}" presName="CompostProcess" presStyleCnt="0">
        <dgm:presLayoutVars>
          <dgm:dir val="norm"/>
          <dgm:resizeHandles val="exact"/>
        </dgm:presLayoutVars>
      </dgm:prSet>
      <dgm:spPr bwMode="auto"/>
    </dgm:pt>
    <dgm:pt modelId="{52182162-C62B-49BF-921B-BB12E7A4BCC4}" type="pres">
      <dgm:prSet presAssocID="{0D8F24B9-805E-4E53-AFAA-E9326E48D63A}" presName="arrow" presStyleLbl="bgShp" presStyleIdx="0" presStyleCnt="1"/>
      <dgm:spPr bwMode="auto"/>
    </dgm:pt>
    <dgm:pt modelId="{47975769-EC09-460A-9D9A-937D1BDB9BD8}" type="pres">
      <dgm:prSet presAssocID="{0D8F24B9-805E-4E53-AFAA-E9326E48D63A}" presName="linearProcess" presStyleCnt="0"/>
      <dgm:spPr bwMode="auto"/>
    </dgm:pt>
    <dgm:pt modelId="{BA3D6A2B-59AA-47A4-A7BB-FB9D5FEA4F44}" type="pres">
      <dgm:prSet presAssocID="{E626AE27-8FB6-4DFD-B30D-29A84EF557C0}" presName="textNode" presStyleLbl="node1" presStyleIdx="0" presStyleCnt="8">
        <dgm:presLayoutVars>
          <dgm:bulletEnabled val="1"/>
        </dgm:presLayoutVars>
      </dgm:prSet>
      <dgm:spPr bwMode="auto"/>
    </dgm:pt>
    <dgm:pt modelId="{C5DEEBC0-B889-4A5F-9751-0F69F6B5F86F}" type="pres">
      <dgm:prSet presAssocID="{5E611076-C645-4BC1-A2DF-EB2B95642941}" presName="sibTrans" presStyleCnt="0"/>
      <dgm:spPr bwMode="auto"/>
    </dgm:pt>
    <dgm:pt modelId="{4EB02B78-C68B-4044-A5C1-3701663F1843}" type="pres">
      <dgm:prSet presAssocID="{16FA3678-9D5A-4F84-BE22-1C3866A789AE}" presName="textNode" presStyleLbl="node1" presStyleIdx="1" presStyleCnt="8">
        <dgm:presLayoutVars>
          <dgm:bulletEnabled val="1"/>
        </dgm:presLayoutVars>
      </dgm:prSet>
      <dgm:spPr bwMode="auto"/>
    </dgm:pt>
    <dgm:pt modelId="{D2DF80A6-44C5-4608-8858-B1954A67D8E1}" type="pres">
      <dgm:prSet presAssocID="{47949397-A665-48A4-8BF0-D6FE735E248D}" presName="sibTrans" presStyleCnt="0"/>
      <dgm:spPr bwMode="auto"/>
    </dgm:pt>
    <dgm:pt modelId="{19B081CE-2D5E-45A4-9CF5-5199CDDEFD48}" type="pres">
      <dgm:prSet presAssocID="{BF674299-18CC-4377-8B7E-BF72ECFC4DB9}" presName="textNode" presStyleLbl="node1" presStyleIdx="2" presStyleCnt="8">
        <dgm:presLayoutVars>
          <dgm:bulletEnabled val="1"/>
        </dgm:presLayoutVars>
      </dgm:prSet>
      <dgm:spPr bwMode="auto"/>
    </dgm:pt>
    <dgm:pt modelId="{39774EB3-2919-4434-8D78-0F709A8387CE}" type="pres">
      <dgm:prSet presAssocID="{48FDBC56-034A-4371-B6D5-9DF2F9B42C48}" presName="sibTrans" presStyleCnt="0"/>
      <dgm:spPr bwMode="auto"/>
    </dgm:pt>
    <dgm:pt modelId="{0F160037-7E92-42C0-82BB-C8E2B6EEE438}" type="pres">
      <dgm:prSet presAssocID="{EFD4475D-60D7-4C2A-A9F7-393F9A6F0183}" presName="textNode" presStyleLbl="node1" presStyleIdx="3" presStyleCnt="8">
        <dgm:presLayoutVars>
          <dgm:bulletEnabled val="1"/>
        </dgm:presLayoutVars>
      </dgm:prSet>
      <dgm:spPr bwMode="auto"/>
    </dgm:pt>
    <dgm:pt modelId="{276A6933-F9F7-4748-A206-60AEBE8E7FE9}" type="pres">
      <dgm:prSet presAssocID="{AC9B9B97-4A02-488D-A0B9-D61E4996B4D6}" presName="sibTrans" presStyleCnt="0"/>
      <dgm:spPr bwMode="auto"/>
    </dgm:pt>
    <dgm:pt modelId="{4C493BD8-5AA7-4A39-B193-E9D073429A7E}" type="pres">
      <dgm:prSet presAssocID="{A8BB3315-E8C9-47A3-AE4D-6BE27E7DB561}" presName="textNode" presStyleLbl="node1" presStyleIdx="4" presStyleCnt="8">
        <dgm:presLayoutVars>
          <dgm:bulletEnabled val="1"/>
        </dgm:presLayoutVars>
      </dgm:prSet>
      <dgm:spPr bwMode="auto"/>
    </dgm:pt>
    <dgm:pt modelId="{D56C7AF5-8CA1-4564-8325-5B2E5C6FEACE}" type="pres">
      <dgm:prSet presAssocID="{51241205-7895-4281-BA2E-A31752760ED4}" presName="sibTrans" presStyleCnt="0"/>
      <dgm:spPr bwMode="auto"/>
    </dgm:pt>
    <dgm:pt modelId="{9DA2F7D4-49F8-438E-AB7D-DE1577903AD9}" type="pres">
      <dgm:prSet presAssocID="{A29B3CC2-4427-40BD-B671-DED0BE567D42}" presName="textNode" presStyleLbl="node1" presStyleIdx="5" presStyleCnt="8">
        <dgm:presLayoutVars>
          <dgm:bulletEnabled val="1"/>
        </dgm:presLayoutVars>
      </dgm:prSet>
      <dgm:spPr bwMode="auto"/>
    </dgm:pt>
    <dgm:pt modelId="{35126E4F-834D-4290-94A0-74681FEE0B57}" type="pres">
      <dgm:prSet presAssocID="{71B9AFC6-C891-4A05-82F1-356FE31FE4F9}" presName="sibTrans" presStyleCnt="0"/>
      <dgm:spPr bwMode="auto"/>
    </dgm:pt>
    <dgm:pt modelId="{ED79337D-1131-4D35-9123-37A4ED045BEE}" type="pres">
      <dgm:prSet presAssocID="{F66DEF8E-C71A-4B1A-8101-E8D6024BF476}" presName="textNode" presStyleLbl="node1" presStyleIdx="6" presStyleCnt="8">
        <dgm:presLayoutVars>
          <dgm:bulletEnabled val="1"/>
        </dgm:presLayoutVars>
      </dgm:prSet>
      <dgm:spPr bwMode="auto"/>
    </dgm:pt>
    <dgm:pt modelId="{3797E618-4367-4133-B9B7-4C28FB78E8DF}" type="pres">
      <dgm:prSet presAssocID="{75A09E8A-FC9D-4564-9683-413B57FE0138}" presName="sibTrans" presStyleCnt="0"/>
      <dgm:spPr bwMode="auto"/>
    </dgm:pt>
    <dgm:pt modelId="{56D8C171-96EE-4EB5-99E9-433BC6903BA4}" type="pres">
      <dgm:prSet presAssocID="{0D284F7A-2268-4A48-91E8-00D5558FE7A5}" presName="textNode" presStyleLbl="node1" presStyleIdx="7" presStyleCnt="8">
        <dgm:presLayoutVars>
          <dgm:bulletEnabled val="1"/>
        </dgm:presLayoutVars>
      </dgm:prSet>
      <dgm:spPr bwMode="auto"/>
    </dgm:pt>
  </dgm:ptLst>
  <dgm:cxnLst>
    <dgm:cxn modelId="{C8A2C22D-8647-44CB-8C8C-0DE5A030DF30}" type="presOf" srcId="{EFD4475D-60D7-4C2A-A9F7-393F9A6F0183}" destId="{0F160037-7E92-42C0-82BB-C8E2B6EEE438}" srcOrd="0" destOrd="0" presId="urn:microsoft.com/office/officeart/2005/8/layout/hProcess9"/>
    <dgm:cxn modelId="{A968D037-00CD-4235-81CA-AC5F0CC0E6B0}" type="parOf" srcId="{0D8F24B9-805E-4E53-AFAA-E9326E48D63A}" destId="{A29B3CC2-4427-40BD-B671-DED0BE567D42}" srcOrd="5" destOrd="0" parTransId="{D169ADA0-C967-416A-B06D-FD974C62CF6E}" sibTransId="{71B9AFC6-C891-4A05-82F1-356FE31FE4F9}"/>
    <dgm:cxn modelId="{0AFFA03B-2138-4818-BCA3-7D187FCBB59C}" type="parOf" srcId="{0D8F24B9-805E-4E53-AFAA-E9326E48D63A}" destId="{16FA3678-9D5A-4F84-BE22-1C3866A789AE}" srcOrd="1" destOrd="0" parTransId="{99E73E90-5509-4DD8-8982-241B253E881F}" sibTransId="{47949397-A665-48A4-8BF0-D6FE735E248D}"/>
    <dgm:cxn modelId="{F2C40863-42B6-4602-9F1C-884960B5D1DF}" type="presOf" srcId="{0D8F24B9-805E-4E53-AFAA-E9326E48D63A}" destId="{6F60906B-80B9-43D5-B504-915760E151F2}" srcOrd="0" destOrd="0" presId="urn:microsoft.com/office/officeart/2005/8/layout/hProcess9"/>
    <dgm:cxn modelId="{EA2C114B-C0ED-4004-BC36-1D75D93C68C4}" type="presOf" srcId="{16FA3678-9D5A-4F84-BE22-1C3866A789AE}" destId="{4EB02B78-C68B-4044-A5C1-3701663F1843}" srcOrd="0" destOrd="0" presId="urn:microsoft.com/office/officeart/2005/8/layout/hProcess9"/>
    <dgm:cxn modelId="{8B34424F-6CF6-4106-AE76-CD15A43EAA57}" type="presOf" srcId="{BF674299-18CC-4377-8B7E-BF72ECFC4DB9}" destId="{19B081CE-2D5E-45A4-9CF5-5199CDDEFD48}" srcOrd="0" destOrd="0" presId="urn:microsoft.com/office/officeart/2005/8/layout/hProcess9"/>
    <dgm:cxn modelId="{D2EDE275-715A-4956-B365-10C9D09A918C}" type="parOf" srcId="{0D8F24B9-805E-4E53-AFAA-E9326E48D63A}" destId="{E626AE27-8FB6-4DFD-B30D-29A84EF557C0}" srcOrd="0" destOrd="0" parTransId="{B12BBB9B-F068-4431-B45B-81426031EC6D}" sibTransId="{5E611076-C645-4BC1-A2DF-EB2B95642941}"/>
    <dgm:cxn modelId="{DD413357-85CF-4B58-8531-9A38F8B31253}" type="presOf" srcId="{0D284F7A-2268-4A48-91E8-00D5558FE7A5}" destId="{56D8C171-96EE-4EB5-99E9-433BC6903BA4}" srcOrd="0" destOrd="0" presId="urn:microsoft.com/office/officeart/2005/8/layout/hProcess9"/>
    <dgm:cxn modelId="{4C87527E-AE3D-4832-A38A-0A3575528219}" type="presOf" srcId="{A29B3CC2-4427-40BD-B671-DED0BE567D42}" destId="{9DA2F7D4-49F8-438E-AB7D-DE1577903AD9}" srcOrd="0" destOrd="0" presId="urn:microsoft.com/office/officeart/2005/8/layout/hProcess9"/>
    <dgm:cxn modelId="{FBE82BAB-19D4-4020-A3A4-53C1715E46A4}" type="parOf" srcId="{0D8F24B9-805E-4E53-AFAA-E9326E48D63A}" destId="{A8BB3315-E8C9-47A3-AE4D-6BE27E7DB561}" srcOrd="4" destOrd="0" parTransId="{68840D30-790C-4FCB-8E01-7F50DE9011F7}" sibTransId="{51241205-7895-4281-BA2E-A31752760ED4}"/>
    <dgm:cxn modelId="{537418AD-F8CC-4026-9A64-9572BDB2180F}" type="presOf" srcId="{F66DEF8E-C71A-4B1A-8101-E8D6024BF476}" destId="{ED79337D-1131-4D35-9123-37A4ED045BEE}" srcOrd="0" destOrd="0" presId="urn:microsoft.com/office/officeart/2005/8/layout/hProcess9"/>
    <dgm:cxn modelId="{6E0FB5BF-7F34-45CB-AA53-F777AF70066A}" type="presOf" srcId="{A8BB3315-E8C9-47A3-AE4D-6BE27E7DB561}" destId="{4C493BD8-5AA7-4A39-B193-E9D073429A7E}" srcOrd="0" destOrd="0" presId="urn:microsoft.com/office/officeart/2005/8/layout/hProcess9"/>
    <dgm:cxn modelId="{5A0464D6-23B8-4AE3-8444-1C2560F288FC}" type="parOf" srcId="{0D8F24B9-805E-4E53-AFAA-E9326E48D63A}" destId="{BF674299-18CC-4377-8B7E-BF72ECFC4DB9}" srcOrd="2" destOrd="0" parTransId="{A96CD216-ABBF-43AE-8FC2-E1E8A9F64E10}" sibTransId="{48FDBC56-034A-4371-B6D5-9DF2F9B42C48}"/>
    <dgm:cxn modelId="{DE5525D7-ACA5-44B2-B504-5329CE0A2301}" type="presOf" srcId="{E626AE27-8FB6-4DFD-B30D-29A84EF557C0}" destId="{BA3D6A2B-59AA-47A4-A7BB-FB9D5FEA4F44}" srcOrd="0" destOrd="0" presId="urn:microsoft.com/office/officeart/2005/8/layout/hProcess9"/>
    <dgm:cxn modelId="{25BF68DD-4AB7-4FCA-AC52-5717CE4370F8}" type="parOf" srcId="{0D8F24B9-805E-4E53-AFAA-E9326E48D63A}" destId="{0D284F7A-2268-4A48-91E8-00D5558FE7A5}" srcOrd="7" destOrd="0" parTransId="{1D40E94C-322F-4582-91B0-63F2384D62B7}" sibTransId="{E8E32844-9A47-489B-AADF-D3F560EE4956}"/>
    <dgm:cxn modelId="{B16FC8E4-B9B8-4F0D-9F9C-38E029DCF08E}" type="parOf" srcId="{0D8F24B9-805E-4E53-AFAA-E9326E48D63A}" destId="{EFD4475D-60D7-4C2A-A9F7-393F9A6F0183}" srcOrd="3" destOrd="0" parTransId="{9791C9F9-07C9-4EDF-B36D-01EAA82F7AAC}" sibTransId="{AC9B9B97-4A02-488D-A0B9-D61E4996B4D6}"/>
    <dgm:cxn modelId="{D8A4C4F8-7BB4-46DC-BCF9-E47A5CC0F8D7}" type="parOf" srcId="{0D8F24B9-805E-4E53-AFAA-E9326E48D63A}" destId="{F66DEF8E-C71A-4B1A-8101-E8D6024BF476}" srcOrd="6" destOrd="0" parTransId="{09CADEB8-12B5-4203-B13D-98D87514D720}" sibTransId="{75A09E8A-FC9D-4564-9683-413B57FE0138}"/>
    <dgm:cxn modelId="{1E844F2A-816E-45E5-BC6F-721489D92CCE}" type="presParOf" srcId="{6F60906B-80B9-43D5-B504-915760E151F2}" destId="{52182162-C62B-49BF-921B-BB12E7A4BCC4}" srcOrd="0" destOrd="0" presId="urn:microsoft.com/office/officeart/2005/8/layout/hProcess9"/>
    <dgm:cxn modelId="{47078A3B-E2E4-42F7-9920-333FBDFB8936}" type="presParOf" srcId="{6F60906B-80B9-43D5-B504-915760E151F2}" destId="{47975769-EC09-460A-9D9A-937D1BDB9BD8}" srcOrd="1" destOrd="0" presId="urn:microsoft.com/office/officeart/2005/8/layout/hProcess9"/>
    <dgm:cxn modelId="{FB22124A-4A1D-45A3-9704-615812E61793}" type="presParOf" srcId="{47975769-EC09-460A-9D9A-937D1BDB9BD8}" destId="{BA3D6A2B-59AA-47A4-A7BB-FB9D5FEA4F44}" srcOrd="0" destOrd="0" presId="urn:microsoft.com/office/officeart/2005/8/layout/hProcess9"/>
    <dgm:cxn modelId="{BA8DCCA3-B72B-464F-9819-65FFDC54AF38}" type="presParOf" srcId="{47975769-EC09-460A-9D9A-937D1BDB9BD8}" destId="{C5DEEBC0-B889-4A5F-9751-0F69F6B5F86F}" srcOrd="1" destOrd="0" presId="urn:microsoft.com/office/officeart/2005/8/layout/hProcess9"/>
    <dgm:cxn modelId="{5F171FC9-06A8-48D6-B316-D96FD0667204}" type="presParOf" srcId="{47975769-EC09-460A-9D9A-937D1BDB9BD8}" destId="{4EB02B78-C68B-4044-A5C1-3701663F1843}" srcOrd="2" destOrd="0" presId="urn:microsoft.com/office/officeart/2005/8/layout/hProcess9"/>
    <dgm:cxn modelId="{DD552D80-98D2-4B42-AAEB-087FCA8CCFAA}" type="presParOf" srcId="{47975769-EC09-460A-9D9A-937D1BDB9BD8}" destId="{D2DF80A6-44C5-4608-8858-B1954A67D8E1}" srcOrd="3" destOrd="0" presId="urn:microsoft.com/office/officeart/2005/8/layout/hProcess9"/>
    <dgm:cxn modelId="{BE291510-9FB1-473A-994E-410A99364573}" type="presParOf" srcId="{47975769-EC09-460A-9D9A-937D1BDB9BD8}" destId="{19B081CE-2D5E-45A4-9CF5-5199CDDEFD48}" srcOrd="4" destOrd="0" presId="urn:microsoft.com/office/officeart/2005/8/layout/hProcess9"/>
    <dgm:cxn modelId="{CC3F0A0D-B724-4E3F-9A28-73D84C5136B9}" type="presParOf" srcId="{47975769-EC09-460A-9D9A-937D1BDB9BD8}" destId="{39774EB3-2919-4434-8D78-0F709A8387CE}" srcOrd="5" destOrd="0" presId="urn:microsoft.com/office/officeart/2005/8/layout/hProcess9"/>
    <dgm:cxn modelId="{D85E8F0E-CD5F-462D-AF06-440BF99A0563}" type="presParOf" srcId="{47975769-EC09-460A-9D9A-937D1BDB9BD8}" destId="{0F160037-7E92-42C0-82BB-C8E2B6EEE438}" srcOrd="6" destOrd="0" presId="urn:microsoft.com/office/officeart/2005/8/layout/hProcess9"/>
    <dgm:cxn modelId="{5D734B12-FB40-4E3D-B19E-CA8B94691F3F}" type="presParOf" srcId="{47975769-EC09-460A-9D9A-937D1BDB9BD8}" destId="{276A6933-F9F7-4748-A206-60AEBE8E7FE9}" srcOrd="7" destOrd="0" presId="urn:microsoft.com/office/officeart/2005/8/layout/hProcess9"/>
    <dgm:cxn modelId="{BD5F6A33-74AB-4762-8D03-63797DE8C4BC}" type="presParOf" srcId="{47975769-EC09-460A-9D9A-937D1BDB9BD8}" destId="{4C493BD8-5AA7-4A39-B193-E9D073429A7E}" srcOrd="8" destOrd="0" presId="urn:microsoft.com/office/officeart/2005/8/layout/hProcess9"/>
    <dgm:cxn modelId="{688D94B5-8494-4C86-9B9E-099AE639FFCD}" type="presParOf" srcId="{47975769-EC09-460A-9D9A-937D1BDB9BD8}" destId="{D56C7AF5-8CA1-4564-8325-5B2E5C6FEACE}" srcOrd="9" destOrd="0" presId="urn:microsoft.com/office/officeart/2005/8/layout/hProcess9"/>
    <dgm:cxn modelId="{0B93F496-32BD-46F4-B322-77B89FE1CE01}" type="presParOf" srcId="{47975769-EC09-460A-9D9A-937D1BDB9BD8}" destId="{9DA2F7D4-49F8-438E-AB7D-DE1577903AD9}" srcOrd="10" destOrd="0" presId="urn:microsoft.com/office/officeart/2005/8/layout/hProcess9"/>
    <dgm:cxn modelId="{F7E06D97-09D0-4935-AE36-670D8886219C}" type="presParOf" srcId="{47975769-EC09-460A-9D9A-937D1BDB9BD8}" destId="{35126E4F-834D-4290-94A0-74681FEE0B57}" srcOrd="11" destOrd="0" presId="urn:microsoft.com/office/officeart/2005/8/layout/hProcess9"/>
    <dgm:cxn modelId="{AB12F960-8BA2-437D-B7B2-A54A3110DF5E}" type="presParOf" srcId="{47975769-EC09-460A-9D9A-937D1BDB9BD8}" destId="{ED79337D-1131-4D35-9123-37A4ED045BEE}" srcOrd="12" destOrd="0" presId="urn:microsoft.com/office/officeart/2005/8/layout/hProcess9"/>
    <dgm:cxn modelId="{3B8A1C87-670E-41EA-A771-495F125EBA9F}" type="presParOf" srcId="{47975769-EC09-460A-9D9A-937D1BDB9BD8}" destId="{3797E618-4367-4133-B9B7-4C28FB78E8DF}" srcOrd="13" destOrd="0" presId="urn:microsoft.com/office/officeart/2005/8/layout/hProcess9"/>
    <dgm:cxn modelId="{43AD22AB-CB82-41EB-BFB7-5795525D3097}" type="presParOf" srcId="{47975769-EC09-460A-9D9A-937D1BDB9BD8}" destId="{56D8C171-96EE-4EB5-99E9-433BC6903BA4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F2804F0-04D6-42EB-B096-181ED6D6357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en-US"/>
        </a:p>
      </dgm:t>
    </dgm:pt>
    <dgm:pt modelId="{5FB473D1-D41C-448C-80DA-C9BE19442DF8}" type="node">
      <dgm:prSet/>
      <dgm:spPr bwMode="auto"/>
      <dgm:t>
        <a:bodyPr/>
        <a:lstStyle/>
        <a:p>
          <a:pPr>
            <a:defRPr/>
          </a:pPr>
          <a:r>
            <a:rPr lang="en-US"/>
            <a:t>Keep developing the architecture to meet higher standards and get better results.</a:t>
          </a:r>
          <a:endParaRPr/>
        </a:p>
      </dgm:t>
    </dgm:pt>
    <dgm:pt modelId="{E41B647A-417A-4338-9431-39ECFCB0355E}" type="parTrans" cxnId="{6C4A61D2-2CA8-4E0E-A8B4-1E931EA84F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62C6A84-5CBD-4E2C-BA9C-1D3E7B6C5193}" type="sibTrans" cxnId="{6C4A61D2-2CA8-4E0E-A8B4-1E931EA84F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1C47A4E5-63AD-4875-AE44-66C8BEBDD30E}" type="node">
      <dgm:prSet/>
      <dgm:spPr bwMode="auto"/>
      <dgm:t>
        <a:bodyPr/>
        <a:lstStyle/>
        <a:p>
          <a:pPr>
            <a:defRPr/>
          </a:pPr>
          <a:r>
            <a:rPr lang="en-US"/>
            <a:t>Track all the related work of people implementing the same project with different metrics. </a:t>
          </a:r>
          <a:endParaRPr/>
        </a:p>
      </dgm:t>
    </dgm:pt>
    <dgm:pt modelId="{ABF3B26C-191F-4598-9655-97860CBB54A7}" type="parTrans" cxnId="{59876C37-CF0C-4DAD-98FD-15670DB3EE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5BE1B4C-7B9A-4A6E-BDF7-B725D936C2C0}" type="sibTrans" cxnId="{59876C37-CF0C-4DAD-98FD-15670DB3EE4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E2B897A-4639-4C4D-A08B-50711FCB226A}" type="node">
      <dgm:prSet/>
      <dgm:spPr bwMode="auto"/>
      <dgm:t>
        <a:bodyPr/>
        <a:lstStyle/>
        <a:p>
          <a:pPr>
            <a:defRPr/>
          </a:pPr>
          <a:r>
            <a:rPr lang="en-US"/>
            <a:t>Publish a scientific paper and join academic competitions.</a:t>
          </a:r>
          <a:endParaRPr/>
        </a:p>
      </dgm:t>
    </dgm:pt>
    <dgm:pt modelId="{1BE43930-3869-4B28-92E3-57D0ACF7B190}" type="parTrans" cxnId="{76BAB0BA-79CA-44DF-A242-EAC41CFFBD0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205AD86D-56C3-4D3D-A3B5-3FE73CBEB015}" type="sibTrans" cxnId="{76BAB0BA-79CA-44DF-A242-EAC41CFFBD07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5B10D68D-9852-47BE-A2C6-08485947B802}" type="node">
      <dgm:prSet/>
      <dgm:spPr bwMode="auto"/>
      <dgm:t>
        <a:bodyPr/>
        <a:lstStyle/>
        <a:p>
          <a:pPr>
            <a:defRPr/>
          </a:pPr>
          <a:r>
            <a:rPr lang="en-US"/>
            <a:t>Seek higher and more complex models to implement.</a:t>
          </a:r>
          <a:endParaRPr/>
        </a:p>
      </dgm:t>
    </dgm:pt>
    <dgm:pt modelId="{F8B9D16C-719D-4C1D-AAD7-C7ACED32A6E0}" type="parTrans" cxnId="{6D94A80C-51BC-44AE-8B8E-B2ABDC5B6CB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C3B4F45F-E4C0-41C1-AA1C-EC1DA7ECBB80}" type="sibTrans" cxnId="{6D94A80C-51BC-44AE-8B8E-B2ABDC5B6CB9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E9505799-C4D9-40C0-9B38-8A052C0B14FF}" type="pres">
      <dgm:prSet presAssocID="{3F2804F0-04D6-42EB-B096-181ED6D6357B}" presName="linear" presStyleCnt="0">
        <dgm:presLayoutVars>
          <dgm:animLvl val="lvl"/>
          <dgm:resizeHandles val="exact"/>
        </dgm:presLayoutVars>
      </dgm:prSet>
      <dgm:spPr bwMode="auto"/>
    </dgm:pt>
    <dgm:pt modelId="{099AF834-DCFB-460D-9B86-FBC13FD3A939}" type="pres">
      <dgm:prSet presAssocID="{5FB473D1-D41C-448C-80DA-C9BE19442DF8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FCC5A9F5-6AAA-4D36-B15A-DE4992AA4842}" type="pres">
      <dgm:prSet presAssocID="{C62C6A84-5CBD-4E2C-BA9C-1D3E7B6C5193}" presName="spacer" presStyleCnt="0"/>
      <dgm:spPr bwMode="auto"/>
    </dgm:pt>
    <dgm:pt modelId="{95CD72EC-FB81-4512-B59E-9EFA50DD304F}" type="pres">
      <dgm:prSet presAssocID="{1C47A4E5-63AD-4875-AE44-66C8BEBDD30E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5E9F3E69-D64E-4944-830D-4AA4CDD47349}" type="pres">
      <dgm:prSet presAssocID="{E5BE1B4C-7B9A-4A6E-BDF7-B725D936C2C0}" presName="spacer" presStyleCnt="0"/>
      <dgm:spPr bwMode="auto"/>
    </dgm:pt>
    <dgm:pt modelId="{44C7E639-AFB7-408C-A93A-55691056D919}" type="pres">
      <dgm:prSet presAssocID="{5E2B897A-4639-4C4D-A08B-50711FCB226A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DCB11B8F-D010-414A-88BE-1C667D397C1A}" type="pres">
      <dgm:prSet presAssocID="{205AD86D-56C3-4D3D-A3B5-3FE73CBEB015}" presName="spacer" presStyleCnt="0"/>
      <dgm:spPr bwMode="auto"/>
    </dgm:pt>
    <dgm:pt modelId="{CAEB0771-1657-45C3-BDDD-8AA2E81ECE33}" type="pres">
      <dgm:prSet presAssocID="{5B10D68D-9852-47BE-A2C6-08485947B802}" presName="parentText" presStyleLbl="node1" presStyleIdx="3" presStyleCnt="4">
        <dgm:presLayoutVars>
          <dgm:chMax val="0"/>
          <dgm:bulletEnabled val="1"/>
        </dgm:presLayoutVars>
      </dgm:prSet>
      <dgm:spPr bwMode="auto"/>
    </dgm:pt>
  </dgm:ptLst>
  <dgm:cxnLst>
    <dgm:cxn modelId="{CE446003-EE43-48ED-A883-0CB532FE5DE9}" type="presOf" srcId="{5E2B897A-4639-4C4D-A08B-50711FCB226A}" destId="{44C7E639-AFB7-408C-A93A-55691056D919}" srcOrd="0" destOrd="0" presId="urn:microsoft.com/office/officeart/2005/8/layout/vList2"/>
    <dgm:cxn modelId="{6D94A80C-51BC-44AE-8B8E-B2ABDC5B6CB9}" type="parOf" srcId="{3F2804F0-04D6-42EB-B096-181ED6D6357B}" destId="{5B10D68D-9852-47BE-A2C6-08485947B802}" srcOrd="3" destOrd="0" parTransId="{F8B9D16C-719D-4C1D-AAD7-C7ACED32A6E0}" sibTransId="{C3B4F45F-E4C0-41C1-AA1C-EC1DA7ECBB80}"/>
    <dgm:cxn modelId="{59876C37-CF0C-4DAD-98FD-15670DB3EE40}" type="parOf" srcId="{3F2804F0-04D6-42EB-B096-181ED6D6357B}" destId="{1C47A4E5-63AD-4875-AE44-66C8BEBDD30E}" srcOrd="1" destOrd="0" parTransId="{ABF3B26C-191F-4598-9655-97860CBB54A7}" sibTransId="{E5BE1B4C-7B9A-4A6E-BDF7-B725D936C2C0}"/>
    <dgm:cxn modelId="{D9EA3A82-8A81-4E75-B189-0993250C12BC}" type="presOf" srcId="{5B10D68D-9852-47BE-A2C6-08485947B802}" destId="{CAEB0771-1657-45C3-BDDD-8AA2E81ECE33}" srcOrd="0" destOrd="0" presId="urn:microsoft.com/office/officeart/2005/8/layout/vList2"/>
    <dgm:cxn modelId="{C5B322AD-79C3-436E-B4E6-5C746193BDDE}" type="presOf" srcId="{3F2804F0-04D6-42EB-B096-181ED6D6357B}" destId="{E9505799-C4D9-40C0-9B38-8A052C0B14FF}" srcOrd="0" destOrd="0" presId="urn:microsoft.com/office/officeart/2005/8/layout/vList2"/>
    <dgm:cxn modelId="{C94DACAF-18E6-4C4C-A122-A7DEB94727DD}" type="presOf" srcId="{5FB473D1-D41C-448C-80DA-C9BE19442DF8}" destId="{099AF834-DCFB-460D-9B86-FBC13FD3A939}" srcOrd="0" destOrd="0" presId="urn:microsoft.com/office/officeart/2005/8/layout/vList2"/>
    <dgm:cxn modelId="{76BAB0BA-79CA-44DF-A242-EAC41CFFBD07}" type="parOf" srcId="{3F2804F0-04D6-42EB-B096-181ED6D6357B}" destId="{5E2B897A-4639-4C4D-A08B-50711FCB226A}" srcOrd="2" destOrd="0" parTransId="{1BE43930-3869-4B28-92E3-57D0ACF7B190}" sibTransId="{205AD86D-56C3-4D3D-A3B5-3FE73CBEB015}"/>
    <dgm:cxn modelId="{6C4A61D2-2CA8-4E0E-A8B4-1E931EA84F40}" type="parOf" srcId="{3F2804F0-04D6-42EB-B096-181ED6D6357B}" destId="{5FB473D1-D41C-448C-80DA-C9BE19442DF8}" srcOrd="0" destOrd="0" parTransId="{E41B647A-417A-4338-9431-39ECFCB0355E}" sibTransId="{C62C6A84-5CBD-4E2C-BA9C-1D3E7B6C5193}"/>
    <dgm:cxn modelId="{C7E33BF6-0C2A-46B7-9638-CB0BA62A173A}" type="presOf" srcId="{1C47A4E5-63AD-4875-AE44-66C8BEBDD30E}" destId="{95CD72EC-FB81-4512-B59E-9EFA50DD304F}" srcOrd="0" destOrd="0" presId="urn:microsoft.com/office/officeart/2005/8/layout/vList2"/>
    <dgm:cxn modelId="{8545830B-EDB8-4A93-90CB-638C209E96DB}" type="presParOf" srcId="{E9505799-C4D9-40C0-9B38-8A052C0B14FF}" destId="{099AF834-DCFB-460D-9B86-FBC13FD3A939}" srcOrd="0" destOrd="0" presId="urn:microsoft.com/office/officeart/2005/8/layout/vList2"/>
    <dgm:cxn modelId="{E0B1E31C-A4D0-4161-AD23-201E1C0D25BA}" type="presParOf" srcId="{E9505799-C4D9-40C0-9B38-8A052C0B14FF}" destId="{FCC5A9F5-6AAA-4D36-B15A-DE4992AA4842}" srcOrd="1" destOrd="0" presId="urn:microsoft.com/office/officeart/2005/8/layout/vList2"/>
    <dgm:cxn modelId="{7EDBC068-A96B-45A0-9830-82A798474878}" type="presParOf" srcId="{E9505799-C4D9-40C0-9B38-8A052C0B14FF}" destId="{95CD72EC-FB81-4512-B59E-9EFA50DD304F}" srcOrd="2" destOrd="0" presId="urn:microsoft.com/office/officeart/2005/8/layout/vList2"/>
    <dgm:cxn modelId="{951FD50B-71AD-4D6C-BC4B-460A1C9C5963}" type="presParOf" srcId="{E9505799-C4D9-40C0-9B38-8A052C0B14FF}" destId="{5E9F3E69-D64E-4944-830D-4AA4CDD47349}" srcOrd="3" destOrd="0" presId="urn:microsoft.com/office/officeart/2005/8/layout/vList2"/>
    <dgm:cxn modelId="{6E64DE8B-13B2-4457-AB39-C1C9F927766C}" type="presParOf" srcId="{E9505799-C4D9-40C0-9B38-8A052C0B14FF}" destId="{44C7E639-AFB7-408C-A93A-55691056D919}" srcOrd="4" destOrd="0" presId="urn:microsoft.com/office/officeart/2005/8/layout/vList2"/>
    <dgm:cxn modelId="{D13E64CA-835B-47A7-9841-F9ED0BBF712E}" type="presParOf" srcId="{E9505799-C4D9-40C0-9B38-8A052C0B14FF}" destId="{DCB11B8F-D010-414A-88BE-1C667D397C1A}" srcOrd="5" destOrd="0" presId="urn:microsoft.com/office/officeart/2005/8/layout/vList2"/>
    <dgm:cxn modelId="{A32DC2CF-679F-409C-AE8A-DDB57E338A45}" type="presParOf" srcId="{E9505799-C4D9-40C0-9B38-8A052C0B14FF}" destId="{CAEB0771-1657-45C3-BDDD-8AA2E81ECE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128031032" name=""/>
      <dsp:cNvGrpSpPr/>
    </dsp:nvGrpSpPr>
    <dsp:grpSpPr bwMode="auto">
      <a:xfrm rot="0">
        <a:off x="0" y="0"/>
        <a:ext cx="9667875" cy="1051570"/>
        <a:chOff x="0" y="0"/>
        <a:chExt cx="9667875" cy="1051570"/>
      </a:xfrm>
    </dsp:grpSpPr>
    <dsp:sp modelId="{17CD3149-64EE-4B8C-8681-F24D335F0468}">
      <dsp:nvSpPr>
        <dsp:cNvPr id="0" name=""/>
        <dsp:cNvSpPr/>
      </dsp:nvSpPr>
      <dsp:spPr bwMode="auto">
        <a:xfrm rot="0" flipH="0" flipV="0">
          <a:off x="0" y="0"/>
          <a:ext cx="2544177" cy="105157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/>
            <a:t>▸  1958 — Jack Kilby invents the IC: 6 transistors on germanium</a:t>
          </a:r>
          <a:endParaRPr lang="en-US"/>
        </a:p>
      </dsp:txBody>
      <dsp:txXfrm rot="0">
        <a:off x="30799" y="30799"/>
        <a:ext cx="2482578" cy="989971"/>
      </dsp:txXfrm>
    </dsp:sp>
    <dsp:sp modelId="{B530AF65-59FB-4DBF-A232-E178EC9D0AD3}">
      <dsp:nvSpPr>
        <dsp:cNvPr id="0" name=""/>
        <dsp:cNvSpPr/>
      </dsp:nvSpPr>
      <dsp:spPr bwMode="auto">
        <a:xfrm rot="0" flipH="0" flipV="0">
          <a:off x="2798595" y="210306"/>
          <a:ext cx="539365" cy="630956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4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8F5B361B-F0CE-49A6-A705-A6AF601FB26B}">
      <dsp:nvSpPr>
        <dsp:cNvPr id="0" name=""/>
        <dsp:cNvSpPr/>
      </dsp:nvSpPr>
      <dsp:spPr bwMode="auto">
        <a:xfrm rot="0" flipH="0" flipV="0">
          <a:off x="3561848" y="0"/>
          <a:ext cx="2544177" cy="105157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4">
            <a:hueOff val="4900443"/>
            <a:satOff val="-20388"/>
            <a:lumOff val="4803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/>
            <a:t>▸  Moore's Law (1965): transistor count doubles every ~18 months</a:t>
          </a:r>
          <a:endParaRPr lang="en-US"/>
        </a:p>
      </dsp:txBody>
      <dsp:txXfrm rot="0">
        <a:off x="3592648" y="30799"/>
        <a:ext cx="2482578" cy="989971"/>
      </dsp:txXfrm>
    </dsp:sp>
    <dsp:sp modelId="{E4EB5CAA-B67F-480F-BB85-A8FDACC0DD86}">
      <dsp:nvSpPr>
        <dsp:cNvPr id="0" name=""/>
        <dsp:cNvSpPr/>
      </dsp:nvSpPr>
      <dsp:spPr bwMode="auto">
        <a:xfrm rot="0" flipH="0" flipV="0">
          <a:off x="6360444" y="210306"/>
          <a:ext cx="539365" cy="630956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4">
            <a:hueOff val="9800887"/>
            <a:satOff val="-40776"/>
            <a:lumOff val="9607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160FF56B-AC86-4A74-B63E-BE02C8DD286D}">
      <dsp:nvSpPr>
        <dsp:cNvPr id="0" name=""/>
        <dsp:cNvSpPr/>
      </dsp:nvSpPr>
      <dsp:spPr bwMode="auto">
        <a:xfrm rot="0" flipH="0" flipV="0">
          <a:off x="7123697" y="0"/>
          <a:ext cx="2544177" cy="1051570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4">
            <a:hueOff val="9800887"/>
            <a:satOff val="-40776"/>
            <a:lumOff val="9607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1"/>
            <a:t>▸  2023 — Apple M3: 19 billion transistors on a single chip</a:t>
          </a:r>
          <a:endParaRPr lang="en-US"/>
        </a:p>
      </dsp:txBody>
      <dsp:txXfrm rot="0">
        <a:off x="7154496" y="30799"/>
        <a:ext cx="2482578" cy="989971"/>
      </dsp:txXfrm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83015984" name=""/>
      <dsp:cNvGrpSpPr/>
    </dsp:nvGrpSpPr>
    <dsp:grpSpPr bwMode="auto">
      <a:xfrm rot="0">
        <a:off x="0" y="0"/>
        <a:ext cx="9324975" cy="1328569"/>
        <a:chOff x="0" y="0"/>
        <a:chExt cx="9324975" cy="1328569"/>
      </a:xfrm>
    </dsp:grpSpPr>
    <dsp:sp modelId="{9F579313-7CE6-4AA2-AF0A-E0CFFC928F02}">
      <dsp:nvSpPr>
        <dsp:cNvPr id="0" name=""/>
        <dsp:cNvSpPr/>
      </dsp:nvSpPr>
      <dsp:spPr bwMode="auto">
        <a:xfrm rot="0" flipH="0" flipV="0">
          <a:off x="0" y="0"/>
          <a:ext cx="2453940" cy="13285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3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/>
            <a:t>▸  1957 — Rosenblatt's Perceptron: the first artificial neuron</a:t>
          </a:r>
          <a:endParaRPr lang="en-US"/>
        </a:p>
      </dsp:txBody>
      <dsp:txXfrm rot="0">
        <a:off x="38912" y="38912"/>
        <a:ext cx="2376115" cy="1250744"/>
      </dsp:txXfrm>
    </dsp:sp>
    <dsp:sp modelId="{6D072695-CF5D-49C3-AAE3-6DAEE8ACF7EC}">
      <dsp:nvSpPr>
        <dsp:cNvPr id="0" name=""/>
        <dsp:cNvSpPr/>
      </dsp:nvSpPr>
      <dsp:spPr bwMode="auto">
        <a:xfrm rot="0" flipH="0" flipV="0">
          <a:off x="2699334" y="359995"/>
          <a:ext cx="520235" cy="60857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3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0439CC85-61B8-491E-961D-1A89120341D1}">
      <dsp:nvSpPr>
        <dsp:cNvPr id="0" name=""/>
        <dsp:cNvSpPr/>
      </dsp:nvSpPr>
      <dsp:spPr bwMode="auto">
        <a:xfrm rot="0" flipH="0" flipV="0">
          <a:off x="3435517" y="0"/>
          <a:ext cx="2453940" cy="13285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3">
            <a:hueOff val="1355294"/>
            <a:satOff val="50000"/>
            <a:lumOff val="-7352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1"/>
            <a:t>▸  2012 — AlexNet wins ImageNet with a GPU: the AI breakthrough moment</a:t>
          </a:r>
          <a:endParaRPr lang="en-US"/>
        </a:p>
      </dsp:txBody>
      <dsp:txXfrm rot="0">
        <a:off x="3474429" y="38912"/>
        <a:ext cx="2376115" cy="1250744"/>
      </dsp:txXfrm>
    </dsp:sp>
    <dsp:sp modelId="{E058E697-7390-437C-825F-6D590F702BD5}">
      <dsp:nvSpPr>
        <dsp:cNvPr id="0" name=""/>
        <dsp:cNvSpPr/>
      </dsp:nvSpPr>
      <dsp:spPr bwMode="auto">
        <a:xfrm rot="0" flipH="0" flipV="0">
          <a:off x="6134851" y="359995"/>
          <a:ext cx="520235" cy="608577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3">
            <a:hueOff val="2710588"/>
            <a:satOff val="100000"/>
            <a:lumOff val="-14705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17A2C86-CE55-4D87-B639-DD9CD99B89D1}">
      <dsp:nvSpPr>
        <dsp:cNvPr id="0" name=""/>
        <dsp:cNvSpPr/>
      </dsp:nvSpPr>
      <dsp:spPr bwMode="auto">
        <a:xfrm rot="0" flipH="0" flipV="0">
          <a:off x="6871034" y="0"/>
          <a:ext cx="2453940" cy="1328569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3">
            <a:hueOff val="2710588"/>
            <a:satOff val="100000"/>
            <a:lumOff val="-14705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/>
            <a:t>▸  Today — AI compute demand grows 10× per year; hardware barely keeps up</a:t>
          </a:r>
          <a:endParaRPr lang="en-US"/>
        </a:p>
      </dsp:txBody>
      <dsp:txXfrm rot="0">
        <a:off x="6909946" y="38912"/>
        <a:ext cx="2376115" cy="1250744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46398800" name=""/>
      <dsp:cNvGrpSpPr/>
    </dsp:nvGrpSpPr>
    <dsp:grpSpPr bwMode="auto">
      <a:xfrm rot="0">
        <a:off x="0" y="0"/>
        <a:ext cx="11214340" cy="3795622"/>
        <a:chOff x="0" y="0"/>
        <a:chExt cx="11214340" cy="3795622"/>
      </a:xfrm>
    </dsp:grpSpPr>
    <dsp:sp modelId="{B6A13C80-3E24-40D0-B4CC-E1F424A26CE1}">
      <dsp:nvSpPr>
        <dsp:cNvPr id="1133218474" name=""/>
        <dsp:cNvSpPr/>
      </dsp:nvSpPr>
      <dsp:spPr bwMode="auto">
        <a:xfrm rot="5400000">
          <a:off x="-209332" y="210763"/>
          <a:ext cx="1395558" cy="976890"/>
        </a:xfrm>
        <a:prstGeom prst="chevron">
          <a:avLst>
            <a:gd name="adj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1"/>
            <a:t>CPU</a:t>
          </a:r>
          <a:endParaRPr/>
        </a:p>
      </dsp:txBody>
      <dsp:txXfrm rot="-5400000">
        <a:off x="1" y="489874"/>
        <a:ext cx="976890" cy="418668"/>
      </dsp:txXfrm>
    </dsp:sp>
    <dsp:sp modelId="{96BB4622-B733-47C9-B76A-D976F1CC5C16}">
      <dsp:nvSpPr>
        <dsp:cNvPr id="2089989310" name=""/>
        <dsp:cNvSpPr/>
      </dsp:nvSpPr>
      <dsp:spPr bwMode="auto">
        <a:xfrm rot="5400000">
          <a:off x="5642058" y="-4663738"/>
          <a:ext cx="907112" cy="10237449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376936" tIns="33655" rIns="33655" bIns="33655" numCol="1" spcCol="1270" anchor="ctr" anchorCtr="0">
          <a:noAutofit/>
        </a:bodyPr>
        <a:lstStyle/>
        <a:p>
          <a:pPr marL="285750" lvl="1" indent="-285750" algn="l" defTabSz="23558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endParaRPr lang="en-US" sz="5300"/>
        </a:p>
      </dsp:txBody>
      <dsp:txXfrm rot="-5400000">
        <a:off x="976890" y="45711"/>
        <a:ext cx="10193167" cy="818548"/>
      </dsp:txXfrm>
    </dsp:sp>
    <dsp:sp modelId="{3746E510-AE42-4853-B1C6-F054557A8719}">
      <dsp:nvSpPr>
        <dsp:cNvPr id="2132689100" name=""/>
        <dsp:cNvSpPr/>
      </dsp:nvSpPr>
      <dsp:spPr bwMode="auto">
        <a:xfrm rot="5400000">
          <a:off x="-209332" y="1409365"/>
          <a:ext cx="1395558" cy="976890"/>
        </a:xfrm>
        <a:prstGeom prst="chevron">
          <a:avLst>
            <a:gd name="adj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1"/>
            <a:t>GPU</a:t>
          </a:r>
          <a:endParaRPr/>
        </a:p>
      </dsp:txBody>
      <dsp:txXfrm rot="-5400000">
        <a:off x="1" y="1688476"/>
        <a:ext cx="976890" cy="418668"/>
      </dsp:txXfrm>
    </dsp:sp>
    <dsp:sp modelId="{5BF12982-738D-4868-A85F-19967AA5C4D1}">
      <dsp:nvSpPr>
        <dsp:cNvPr id="1925506302" name=""/>
        <dsp:cNvSpPr/>
      </dsp:nvSpPr>
      <dsp:spPr bwMode="auto">
        <a:xfrm rot="5400000">
          <a:off x="5642058" y="-3465136"/>
          <a:ext cx="907112" cy="10237449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94DC36E-855A-48B6-B5B8-3D983D5C5B6D}">
      <dsp:nvSpPr>
        <dsp:cNvPr id="1799226242" name=""/>
        <dsp:cNvSpPr/>
      </dsp:nvSpPr>
      <dsp:spPr bwMode="auto">
        <a:xfrm rot="5400000">
          <a:off x="-209332" y="2607967"/>
          <a:ext cx="1395558" cy="976890"/>
        </a:xfrm>
        <a:prstGeom prst="chevron">
          <a:avLst>
            <a:gd name="adj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1"/>
            <a:t>AI Accelerator </a:t>
          </a:r>
          <a:endParaRPr/>
        </a:p>
      </dsp:txBody>
      <dsp:txXfrm rot="-5400000">
        <a:off x="1" y="2887078"/>
        <a:ext cx="976890" cy="418668"/>
      </dsp:txXfrm>
    </dsp:sp>
    <dsp:sp modelId="{8C44A98E-9CAF-403F-AF1C-6AF473A9C241}">
      <dsp:nvSpPr>
        <dsp:cNvPr id="1032102774" name=""/>
        <dsp:cNvSpPr/>
      </dsp:nvSpPr>
      <dsp:spPr bwMode="auto">
        <a:xfrm rot="5400000">
          <a:off x="5642058" y="-2266534"/>
          <a:ext cx="907112" cy="10237449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822391199" name=""/>
      <dsp:cNvGrpSpPr/>
    </dsp:nvGrpSpPr>
    <dsp:grpSpPr bwMode="auto">
      <a:xfrm rot="0">
        <a:off x="0" y="0"/>
        <a:ext cx="10648950" cy="2010807"/>
        <a:chOff x="0" y="0"/>
        <a:chExt cx="10648950" cy="2010807"/>
      </a:xfrm>
    </dsp:grpSpPr>
    <dsp:sp modelId="{EA9C68F8-0684-4B20-ABDF-03FB3C2E5EE8}">
      <dsp:nvSpPr>
        <dsp:cNvPr id="732362245" name=""/>
        <dsp:cNvSpPr/>
      </dsp:nvSpPr>
      <dsp:spPr bwMode="auto">
        <a:xfrm>
          <a:off x="0" y="0"/>
          <a:ext cx="2010806" cy="201080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E27C13E-2E2B-4814-9A2D-64C3FA843341}">
      <dsp:nvSpPr>
        <dsp:cNvPr id="157278260" name=""/>
        <dsp:cNvSpPr/>
      </dsp:nvSpPr>
      <dsp:spPr bwMode="auto">
        <a:xfrm>
          <a:off x="1005403" y="0"/>
          <a:ext cx="9643546" cy="20108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/>
            <a:t>▸  Latency: 50–500 </a:t>
          </a:r>
          <a:r>
            <a:rPr lang="en-US" sz="1400" b="0"/>
            <a:t>ms</a:t>
          </a:r>
          <a:r>
            <a:rPr lang="en-US" sz="1400" b="0"/>
            <a:t> round trip — useless for real-time control or robotics</a:t>
          </a:r>
          <a:endParaRPr lang="en-US" sz="1400"/>
        </a:p>
      </dsp:txBody>
      <dsp:txXfrm>
        <a:off x="1005403" y="0"/>
        <a:ext cx="9643546" cy="321729"/>
      </dsp:txXfrm>
    </dsp:sp>
    <dsp:sp modelId="{28481EDA-33B4-4C66-8F87-F258ACA1AD1C}">
      <dsp:nvSpPr>
        <dsp:cNvPr id="766250856" name=""/>
        <dsp:cNvSpPr/>
      </dsp:nvSpPr>
      <dsp:spPr bwMode="auto">
        <a:xfrm>
          <a:off x="211134" y="321729"/>
          <a:ext cx="1588537" cy="1588537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6F68FFA-ED76-460D-9529-8FF84D1D6D9F}">
      <dsp:nvSpPr>
        <dsp:cNvPr id="494768921" name=""/>
        <dsp:cNvSpPr/>
      </dsp:nvSpPr>
      <dsp:spPr bwMode="auto">
        <a:xfrm>
          <a:off x="1005403" y="321729"/>
          <a:ext cx="9643546" cy="15885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/>
            <a:t>▸  Privacy: raw video leaves the device and travels the internet</a:t>
          </a:r>
          <a:endParaRPr lang="en-US" sz="1400"/>
        </a:p>
      </dsp:txBody>
      <dsp:txXfrm>
        <a:off x="1005403" y="321729"/>
        <a:ext cx="9643546" cy="321729"/>
      </dsp:txXfrm>
    </dsp:sp>
    <dsp:sp modelId="{4C11E5FE-D390-4FA9-9B59-51C6F3C99EED}">
      <dsp:nvSpPr>
        <dsp:cNvPr id="1618370200" name=""/>
        <dsp:cNvSpPr/>
      </dsp:nvSpPr>
      <dsp:spPr bwMode="auto">
        <a:xfrm>
          <a:off x="422269" y="643458"/>
          <a:ext cx="1166268" cy="1166268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75569C-66C3-4F71-890F-D6E0EC138D32}">
      <dsp:nvSpPr>
        <dsp:cNvPr id="1640789766" name=""/>
        <dsp:cNvSpPr/>
      </dsp:nvSpPr>
      <dsp:spPr bwMode="auto">
        <a:xfrm>
          <a:off x="1005403" y="643458"/>
          <a:ext cx="9643546" cy="1166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/>
            <a:t>▸  Bandwidth: streaming HD to the cloud consumes significant network resources</a:t>
          </a:r>
          <a:endParaRPr lang="en-US" sz="1400"/>
        </a:p>
      </dsp:txBody>
      <dsp:txXfrm>
        <a:off x="1005403" y="643458"/>
        <a:ext cx="9643546" cy="321729"/>
      </dsp:txXfrm>
    </dsp:sp>
    <dsp:sp modelId="{B6F472D6-7487-47F4-A7BB-2193CB3F8FF2}">
      <dsp:nvSpPr>
        <dsp:cNvPr id="1792679916" name=""/>
        <dsp:cNvSpPr/>
      </dsp:nvSpPr>
      <dsp:spPr bwMode="auto">
        <a:xfrm>
          <a:off x="633404" y="965187"/>
          <a:ext cx="743998" cy="743998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E9DEA0B0-69C4-4FBC-B3A1-90229172A54E}">
      <dsp:nvSpPr>
        <dsp:cNvPr id="724816950" name=""/>
        <dsp:cNvSpPr/>
      </dsp:nvSpPr>
      <dsp:spPr bwMode="auto">
        <a:xfrm>
          <a:off x="1005403" y="965187"/>
          <a:ext cx="9643546" cy="74399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/>
            <a:t>▸  Reliability: no connectivity = no AI — fails in tunnels, remote sites, factories</a:t>
          </a:r>
          <a:endParaRPr lang="en-US" sz="1400"/>
        </a:p>
      </dsp:txBody>
      <dsp:txXfrm>
        <a:off x="1005403" y="965187"/>
        <a:ext cx="9643546" cy="321729"/>
      </dsp:txXfrm>
    </dsp:sp>
    <dsp:sp modelId="{AFE8FAE4-0657-4750-B098-659798C6028A}">
      <dsp:nvSpPr>
        <dsp:cNvPr id="2037769489" name=""/>
        <dsp:cNvSpPr/>
      </dsp:nvSpPr>
      <dsp:spPr bwMode="auto">
        <a:xfrm>
          <a:off x="844538" y="1286916"/>
          <a:ext cx="321729" cy="321729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06E08767-7FB1-42C0-80AE-4115C2A3848D}">
      <dsp:nvSpPr>
        <dsp:cNvPr id="1460427174" name=""/>
        <dsp:cNvSpPr/>
      </dsp:nvSpPr>
      <dsp:spPr bwMode="auto">
        <a:xfrm>
          <a:off x="1005403" y="1286916"/>
          <a:ext cx="9643546" cy="3217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400" b="0"/>
            <a:t>▸  Power: a data-center GPU draws 300 W — impossible on a battery or embedded rail</a:t>
          </a:r>
          <a:endParaRPr lang="en-US" sz="1400"/>
        </a:p>
      </dsp:txBody>
      <dsp:txXfrm>
        <a:off x="1005403" y="1286916"/>
        <a:ext cx="9643546" cy="321729"/>
      </dsp:txXfrm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128586211" name=""/>
      <dsp:cNvGrpSpPr/>
    </dsp:nvGrpSpPr>
    <dsp:grpSpPr bwMode="auto">
      <a:xfrm rot="0">
        <a:off x="0" y="0"/>
        <a:ext cx="10077450" cy="4400550"/>
        <a:chOff x="0" y="0"/>
        <a:chExt cx="10077450" cy="4400550"/>
      </a:xfrm>
    </dsp:grpSpPr>
    <dsp:sp modelId="{2A1D1F2B-DF19-4145-B3F0-9F5284A0C856}">
      <dsp:nvSpPr>
        <dsp:cNvPr id="0" name=""/>
        <dsp:cNvSpPr/>
      </dsp:nvSpPr>
      <dsp:spPr bwMode="auto">
        <a:xfrm rot="0" flipH="0" flipV="0">
          <a:off x="2838450" y="0"/>
          <a:ext cx="4400550" cy="4400550"/>
        </a:xfrm>
        <a:prstGeom prst="diamond">
          <a:avLst/>
        </a:prstGeom>
        <a:ln/>
      </dsp:spPr>
      <dsp:style>
        <a:lnRef idx="0">
          <a:srgbClr val="000000"/>
        </a:lnRef>
        <a:fillRef idx="1">
          <a:schemeClr val="accent3">
            <a:tint val="40000"/>
          </a:schemeClr>
        </a:fillRef>
        <a:effectRef idx="0">
          <a:srgbClr val="000000"/>
        </a:effectRef>
        <a:fontRef idx="minor"/>
      </dsp:style>
    </dsp:sp>
    <dsp:sp modelId="{94B3AF23-AABF-45E5-81A4-393D87CCEEFB}">
      <dsp:nvSpPr>
        <dsp:cNvPr id="0" name=""/>
        <dsp:cNvSpPr/>
      </dsp:nvSpPr>
      <dsp:spPr bwMode="auto">
        <a:xfrm rot="0" flipH="0" flipV="0">
          <a:off x="3256502" y="418052"/>
          <a:ext cx="1716214" cy="171621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3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Real-time image classification at the edge requires &lt; 50 ms latency</a:t>
          </a:r>
          <a:endParaRPr lang="en-US"/>
        </a:p>
      </dsp:txBody>
      <dsp:txXfrm rot="0">
        <a:off x="3340280" y="501830"/>
        <a:ext cx="1548657" cy="1548657"/>
      </dsp:txXfrm>
    </dsp:sp>
    <dsp:sp modelId="{21C2515C-DB6E-493E-9A40-EF8211B25EAA}">
      <dsp:nvSpPr>
        <dsp:cNvPr id="0" name=""/>
        <dsp:cNvSpPr/>
      </dsp:nvSpPr>
      <dsp:spPr bwMode="auto">
        <a:xfrm rot="0" flipH="0" flipV="0">
          <a:off x="5104733" y="418052"/>
          <a:ext cx="1716214" cy="171621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3">
            <a:hueOff val="903529"/>
            <a:satOff val="33333"/>
            <a:lumOff val="-4901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ARM Cortex-A53 software inference: hundreds of milliseconds per frame</a:t>
          </a:r>
          <a:endParaRPr lang="en-US"/>
        </a:p>
      </dsp:txBody>
      <dsp:txXfrm rot="0">
        <a:off x="5188511" y="501830"/>
        <a:ext cx="1548657" cy="1548657"/>
      </dsp:txXfrm>
    </dsp:sp>
    <dsp:sp modelId="{0C5BD9D9-8443-432C-862B-03BF98F63901}">
      <dsp:nvSpPr>
        <dsp:cNvPr id="0" name=""/>
        <dsp:cNvSpPr/>
      </dsp:nvSpPr>
      <dsp:spPr bwMode="auto">
        <a:xfrm rot="0" flipH="0" flipV="0">
          <a:off x="3256502" y="2266283"/>
          <a:ext cx="1716214" cy="171621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3">
            <a:hueOff val="1807058"/>
            <a:satOff val="66666"/>
            <a:lumOff val="-9803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GPU/cloud solutions: too power-hungry and unavailable at the edge</a:t>
          </a:r>
          <a:endParaRPr lang="en-US"/>
        </a:p>
      </dsp:txBody>
      <dsp:txXfrm rot="0">
        <a:off x="3340280" y="2350061"/>
        <a:ext cx="1548657" cy="1548657"/>
      </dsp:txXfrm>
    </dsp:sp>
    <dsp:sp modelId="{222019F4-52DD-47A9-8247-77D4771FB5C2}">
      <dsp:nvSpPr>
        <dsp:cNvPr id="0" name=""/>
        <dsp:cNvSpPr/>
      </dsp:nvSpPr>
      <dsp:spPr bwMode="auto">
        <a:xfrm rot="0" flipH="0" flipV="0">
          <a:off x="5104733" y="2266283"/>
          <a:ext cx="1716214" cy="1716214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3">
            <a:hueOff val="2710588"/>
            <a:satOff val="100000"/>
            <a:lumOff val="-14705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HLS-generated accelerators: high resource overhead, suboptimal efficiency</a:t>
          </a:r>
          <a:endParaRPr lang="en-US"/>
        </a:p>
      </dsp:txBody>
      <dsp:txXfrm rot="0">
        <a:off x="5188511" y="2350061"/>
        <a:ext cx="1548657" cy="1548657"/>
      </dsp:txXfrm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34947169" name=""/>
      <dsp:cNvGrpSpPr/>
    </dsp:nvGrpSpPr>
    <dsp:grpSpPr bwMode="auto">
      <a:xfrm rot="0">
        <a:off x="0" y="0"/>
        <a:ext cx="10467975" cy="3314980"/>
        <a:chOff x="0" y="0"/>
        <a:chExt cx="10467975" cy="3314980"/>
      </a:xfrm>
    </dsp:grpSpPr>
    <dsp:sp modelId="{6E748801-E452-46D6-9C15-C19E82914F71}">
      <dsp:nvSpPr>
        <dsp:cNvPr id="0" name=""/>
        <dsp:cNvSpPr/>
      </dsp:nvSpPr>
      <dsp:spPr bwMode="auto">
        <a:xfrm rot="0" flipH="0" flipV="0">
          <a:off x="0" y="1106543"/>
          <a:ext cx="2203784" cy="1101892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Hand-crafted RTL Verilog for ShuffleNet V2 × 1.0</a:t>
          </a:r>
          <a:endParaRPr lang="en-US"/>
        </a:p>
      </dsp:txBody>
      <dsp:txXfrm rot="0">
        <a:off x="32273" y="1138817"/>
        <a:ext cx="2139237" cy="1037345"/>
      </dsp:txXfrm>
    </dsp:sp>
    <dsp:sp modelId="{F01D7510-4932-4FE4-83A6-3403E4DAB991}">
      <dsp:nvSpPr>
        <dsp:cNvPr id="0" name=""/>
        <dsp:cNvSpPr/>
      </dsp:nvSpPr>
      <dsp:spPr bwMode="auto">
        <a:xfrm rot="0" flipH="0" flipV="0">
          <a:off x="2754730" y="1106543"/>
          <a:ext cx="2203784" cy="1101892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5">
            <a:hueOff val="-2252844"/>
            <a:satOff val="-5806"/>
            <a:lumOff val="-3921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Q6.8 fixed-point datapath with per-layer width optimization</a:t>
          </a:r>
          <a:endParaRPr lang="en-US"/>
        </a:p>
      </dsp:txBody>
      <dsp:txXfrm rot="0">
        <a:off x="2787003" y="1138817"/>
        <a:ext cx="2139237" cy="1037345"/>
      </dsp:txXfrm>
    </dsp:sp>
    <dsp:sp modelId="{A2A9F26B-20B1-438A-B40B-E8119876F595}">
      <dsp:nvSpPr>
        <dsp:cNvPr id="0" name=""/>
        <dsp:cNvSpPr/>
      </dsp:nvSpPr>
      <dsp:spPr bwMode="auto">
        <a:xfrm rot="0" flipH="0" flipV="0">
          <a:off x="5509460" y="1106543"/>
          <a:ext cx="2203784" cy="1101892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5">
            <a:hueOff val="-4505689"/>
            <a:satOff val="-11613"/>
            <a:lumOff val="-7843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 b="0" i="0"/>
            <a:t>▸  All weights stored on-chip (no DDR access during inference)</a:t>
          </a:r>
          <a:endParaRPr lang="en-US"/>
        </a:p>
      </dsp:txBody>
      <dsp:txXfrm rot="0">
        <a:off x="5541733" y="1138817"/>
        <a:ext cx="2139237" cy="1037345"/>
      </dsp:txXfrm>
    </dsp:sp>
    <dsp:sp modelId="{D6B6E83A-9B7B-4B8C-A845-DB9934C5D003}">
      <dsp:nvSpPr>
        <dsp:cNvPr id="0" name=""/>
        <dsp:cNvSpPr/>
      </dsp:nvSpPr>
      <dsp:spPr bwMode="auto">
        <a:xfrm rot="0" flipH="0" flipV="0">
          <a:off x="8264190" y="1106543"/>
          <a:ext cx="2203784" cy="1101892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5">
            <a:hueOff val="-6758534"/>
            <a:satOff val="-17420"/>
            <a:lumOff val="-11764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fr-FR" b="0" i="0"/>
            <a:t>▸  HLS models for quantitative RTL vs. HLS comparison</a:t>
          </a:r>
          <a:endParaRPr lang="en-US"/>
        </a:p>
      </dsp:txBody>
      <dsp:txXfrm rot="0">
        <a:off x="8296464" y="1138817"/>
        <a:ext cx="2139237" cy="1037345"/>
      </dsp:txXfrm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042439" name=""/>
      <dsp:cNvGrpSpPr/>
    </dsp:nvGrpSpPr>
    <dsp:grpSpPr bwMode="auto">
      <a:xfrm rot="0">
        <a:off x="0" y="0"/>
        <a:ext cx="10939465" cy="6007105"/>
        <a:chOff x="0" y="0"/>
        <a:chExt cx="10939465" cy="6007105"/>
      </a:xfrm>
    </dsp:grpSpPr>
    <dsp:sp modelId="{1494D0C8-756F-4A53-A488-0578F4E9307C}">
      <dsp:nvSpPr>
        <dsp:cNvPr id="379657621" name=""/>
        <dsp:cNvSpPr/>
      </dsp:nvSpPr>
      <dsp:spPr bwMode="auto">
        <a:xfrm rot="0" flipH="0" flipV="0">
          <a:off x="8252901" y="2906946"/>
          <a:ext cx="2226535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2226535" y="96605"/>
              </a:lnTo>
              <a:lnTo>
                <a:pt x="2226535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3B438AA3-8402-475F-B2ED-96025C0A6A5D}">
      <dsp:nvSpPr>
        <dsp:cNvPr id="1303713785" name=""/>
        <dsp:cNvSpPr/>
      </dsp:nvSpPr>
      <dsp:spPr bwMode="auto">
        <a:xfrm rot="0" flipH="0" flipV="0">
          <a:off x="8252901" y="2906946"/>
          <a:ext cx="1113267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1113267" y="96605"/>
              </a:lnTo>
              <a:lnTo>
                <a:pt x="1113267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0FD864AB-5D20-4D24-A458-5EFA47B73725}">
      <dsp:nvSpPr>
        <dsp:cNvPr id="1353318935" name=""/>
        <dsp:cNvSpPr/>
      </dsp:nvSpPr>
      <dsp:spPr bwMode="auto">
        <a:xfrm rot="0" flipH="0" flipV="0">
          <a:off x="8252901" y="2906946"/>
          <a:ext cx="0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0168177-0E77-444E-94E8-D8AC022DB2DB}">
      <dsp:nvSpPr>
        <dsp:cNvPr id="1745913578" name=""/>
        <dsp:cNvSpPr/>
      </dsp:nvSpPr>
      <dsp:spPr bwMode="auto">
        <a:xfrm rot="0" flipH="0" flipV="0">
          <a:off x="7139634" y="2906946"/>
          <a:ext cx="1113267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1113267" y="0"/>
              </a:moveTo>
              <a:lnTo>
                <a:pt x="1113267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9B96B1BE-F1B9-4FAF-AF5E-528EDD695858}">
      <dsp:nvSpPr>
        <dsp:cNvPr id="1957467800" name=""/>
        <dsp:cNvSpPr/>
      </dsp:nvSpPr>
      <dsp:spPr bwMode="auto">
        <a:xfrm rot="0" flipH="0" flipV="0">
          <a:off x="6026366" y="2906946"/>
          <a:ext cx="2226535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2226535" y="0"/>
              </a:moveTo>
              <a:lnTo>
                <a:pt x="2226535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EF5A963C-DC04-4FF2-B604-A2E411985A11}">
      <dsp:nvSpPr>
        <dsp:cNvPr id="296344346" name=""/>
        <dsp:cNvSpPr/>
      </dsp:nvSpPr>
      <dsp:spPr bwMode="auto">
        <a:xfrm rot="0" flipH="0" flipV="0">
          <a:off x="2686563" y="2906946"/>
          <a:ext cx="2226535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2226535" y="96605"/>
              </a:lnTo>
              <a:lnTo>
                <a:pt x="2226535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0ED4621-4A66-44F1-AF53-8012A65F9B04}">
      <dsp:nvSpPr>
        <dsp:cNvPr id="1478297210" name=""/>
        <dsp:cNvSpPr/>
      </dsp:nvSpPr>
      <dsp:spPr bwMode="auto">
        <a:xfrm rot="0" flipH="0" flipV="0">
          <a:off x="2686563" y="2906946"/>
          <a:ext cx="1113267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1113267" y="96605"/>
              </a:lnTo>
              <a:lnTo>
                <a:pt x="1113267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C204E320-2249-4866-916B-B12760617741}">
      <dsp:nvSpPr>
        <dsp:cNvPr id="1522880038" name=""/>
        <dsp:cNvSpPr/>
      </dsp:nvSpPr>
      <dsp:spPr bwMode="auto">
        <a:xfrm rot="0" flipH="0" flipV="0">
          <a:off x="2686563" y="2906946"/>
          <a:ext cx="0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3C508E5A-8C3C-42EE-906A-A0677210964E}">
      <dsp:nvSpPr>
        <dsp:cNvPr id="1077132085" name=""/>
        <dsp:cNvSpPr/>
      </dsp:nvSpPr>
      <dsp:spPr bwMode="auto">
        <a:xfrm rot="0" flipH="0" flipV="0">
          <a:off x="1573295" y="2906946"/>
          <a:ext cx="1113267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1113267" y="0"/>
              </a:moveTo>
              <a:lnTo>
                <a:pt x="1113267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3783EA83-BAAD-46B3-8AD4-8C25030A5A59}">
      <dsp:nvSpPr>
        <dsp:cNvPr id="1527420006" name=""/>
        <dsp:cNvSpPr/>
      </dsp:nvSpPr>
      <dsp:spPr bwMode="auto">
        <a:xfrm rot="0" flipH="0" flipV="0">
          <a:off x="460027" y="2906946"/>
          <a:ext cx="2226535" cy="193211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2226535" y="0"/>
              </a:moveTo>
              <a:lnTo>
                <a:pt x="2226535" y="96605"/>
              </a:lnTo>
              <a:lnTo>
                <a:pt x="0" y="96605"/>
              </a:lnTo>
              <a:lnTo>
                <a:pt x="0" y="193211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EE79FA9-3684-460D-A4D7-BB970B868C8B}">
      <dsp:nvSpPr>
        <dsp:cNvPr id="0" name=""/>
        <dsp:cNvSpPr/>
      </dsp:nvSpPr>
      <dsp:spPr bwMode="auto">
        <a:xfrm rot="0" flipH="0" flipV="0">
          <a:off x="5088074" y="1735913"/>
          <a:ext cx="920055" cy="460027"/>
        </a:xfrm>
        <a:prstGeom prst="rect">
          <a:avLst/>
        </a:prstGeom>
        <a:solidFill>
          <a:srgbClr val="29748F"/>
        </a:solidFill>
        <a:ln/>
      </dsp:spPr>
      <dsp:style>
        <a:lnRef idx="2">
          <a:schemeClr val="lt1"/>
        </a:lnRef>
        <a:fillRef idx="1">
          <a:schemeClr val="accent4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HLS</a:t>
          </a:r>
          <a:endParaRPr/>
        </a:p>
      </dsp:txBody>
      <dsp:txXfrm rot="0">
        <a:off x="5088074" y="1735913"/>
        <a:ext cx="920055" cy="460027"/>
      </dsp:txXfrm>
    </dsp:sp>
    <dsp:sp modelId="{76B47694-B0BC-40C3-8EBD-1A9541D401F7}">
      <dsp:nvSpPr>
        <dsp:cNvPr id="0" name=""/>
        <dsp:cNvSpPr/>
      </dsp:nvSpPr>
      <dsp:spPr bwMode="auto">
        <a:xfrm rot="0" flipH="0" flipV="0">
          <a:off x="2226535" y="244691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4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Advantages </a:t>
          </a:r>
          <a:endParaRPr/>
        </a:p>
      </dsp:txBody>
      <dsp:txXfrm rot="0">
        <a:off x="2226535" y="2446918"/>
        <a:ext cx="920055" cy="460027"/>
      </dsp:txXfrm>
    </dsp:sp>
    <dsp:sp modelId="{F5DE8650-DBCA-4CC6-A2B6-CC45A162A3A8}">
      <dsp:nvSpPr>
        <dsp:cNvPr id="0" name=""/>
        <dsp:cNvSpPr/>
      </dsp:nvSpPr>
      <dsp:spPr bwMode="auto">
        <a:xfrm rot="0" flipH="0" flipV="0">
          <a:off x="0" y="310015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Faster development</a:t>
          </a:r>
          <a:endParaRPr/>
        </a:p>
      </dsp:txBody>
      <dsp:txXfrm rot="0">
        <a:off x="0" y="3100158"/>
        <a:ext cx="920055" cy="460027"/>
      </dsp:txXfrm>
    </dsp:sp>
    <dsp:sp modelId="{6C35DF78-BC38-4794-9C71-2A5339915004}">
      <dsp:nvSpPr>
        <dsp:cNvPr id="0" name=""/>
        <dsp:cNvSpPr/>
      </dsp:nvSpPr>
      <dsp:spPr bwMode="auto">
        <a:xfrm rot="0" flipH="0" flipV="0">
          <a:off x="1113267" y="310015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Easier debugging</a:t>
          </a:r>
          <a:endParaRPr/>
        </a:p>
      </dsp:txBody>
      <dsp:txXfrm rot="0">
        <a:off x="1113267" y="3100158"/>
        <a:ext cx="920055" cy="460027"/>
      </dsp:txXfrm>
    </dsp:sp>
    <dsp:sp modelId="{3BFBD594-0501-44F7-84F6-5B4D789CA534}">
      <dsp:nvSpPr>
        <dsp:cNvPr id="0" name=""/>
        <dsp:cNvSpPr/>
      </dsp:nvSpPr>
      <dsp:spPr bwMode="auto">
        <a:xfrm rot="0" flipH="0" flipV="0">
          <a:off x="2226535" y="310015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Faster prototyping</a:t>
          </a:r>
          <a:endParaRPr/>
        </a:p>
      </dsp:txBody>
      <dsp:txXfrm rot="0">
        <a:off x="2226535" y="3100158"/>
        <a:ext cx="920055" cy="460027"/>
      </dsp:txXfrm>
    </dsp:sp>
    <dsp:sp modelId="{EC699EB6-EBE7-40FE-B20C-7A40518ADFA8}">
      <dsp:nvSpPr>
        <dsp:cNvPr id="0" name=""/>
        <dsp:cNvSpPr/>
      </dsp:nvSpPr>
      <dsp:spPr bwMode="auto">
        <a:xfrm rot="0" flipH="0" flipV="0">
          <a:off x="3339803" y="310015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Reusable high-level code</a:t>
          </a:r>
          <a:endParaRPr/>
        </a:p>
      </dsp:txBody>
      <dsp:txXfrm rot="0">
        <a:off x="3339803" y="3100158"/>
        <a:ext cx="920055" cy="460027"/>
      </dsp:txXfrm>
    </dsp:sp>
    <dsp:sp modelId="{7BEE85D5-2193-4E04-821E-A0779EA2E476}">
      <dsp:nvSpPr>
        <dsp:cNvPr id="0" name=""/>
        <dsp:cNvSpPr/>
      </dsp:nvSpPr>
      <dsp:spPr bwMode="auto">
        <a:xfrm rot="0" flipH="0" flipV="0">
          <a:off x="4453070" y="310015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Shorter design cycle</a:t>
          </a:r>
          <a:endParaRPr/>
        </a:p>
      </dsp:txBody>
      <dsp:txXfrm rot="0">
        <a:off x="4453070" y="3100158"/>
        <a:ext cx="920055" cy="460027"/>
      </dsp:txXfrm>
    </dsp:sp>
    <dsp:sp modelId="{AAD1FB7E-E90E-4B12-AA02-30981C363045}">
      <dsp:nvSpPr>
        <dsp:cNvPr id="0" name=""/>
        <dsp:cNvSpPr/>
      </dsp:nvSpPr>
      <dsp:spPr bwMode="auto">
        <a:xfrm rot="0" flipH="0" flipV="0">
          <a:off x="7792873" y="2446918"/>
          <a:ext cx="920055" cy="460027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4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Limitations</a:t>
          </a:r>
          <a:endParaRPr/>
        </a:p>
      </dsp:txBody>
      <dsp:txXfrm rot="0">
        <a:off x="7792873" y="2446918"/>
        <a:ext cx="920055" cy="460027"/>
      </dsp:txXfrm>
    </dsp:sp>
    <dsp:sp modelId="{187A1460-A710-40DB-954C-BC7A2322212D}">
      <dsp:nvSpPr>
        <dsp:cNvPr id="0" name=""/>
        <dsp:cNvSpPr/>
      </dsp:nvSpPr>
      <dsp:spPr bwMode="auto">
        <a:xfrm rot="0" flipH="0" flipV="0">
          <a:off x="5566338" y="3100158"/>
          <a:ext cx="920055" cy="460027"/>
        </a:xfrm>
        <a:prstGeom prst="rect">
          <a:avLst/>
        </a:prstGeom>
        <a:solidFill>
          <a:schemeClr val="accent2">
            <a:lumMod val="75000"/>
          </a:schemeClr>
        </a:solidFill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Lower hardware efficiency </a:t>
          </a:r>
          <a:endParaRPr/>
        </a:p>
      </dsp:txBody>
      <dsp:txXfrm rot="0">
        <a:off x="5566338" y="3100158"/>
        <a:ext cx="920055" cy="460027"/>
      </dsp:txXfrm>
    </dsp:sp>
    <dsp:sp modelId="{05B2A1C7-B7BE-4170-BD0E-B65222AB98C9}">
      <dsp:nvSpPr>
        <dsp:cNvPr id="0" name=""/>
        <dsp:cNvSpPr/>
      </dsp:nvSpPr>
      <dsp:spPr bwMode="auto">
        <a:xfrm rot="0" flipH="0" flipV="0">
          <a:off x="6679606" y="3100158"/>
          <a:ext cx="920055" cy="460027"/>
        </a:xfrm>
        <a:prstGeom prst="rect">
          <a:avLst/>
        </a:prstGeom>
        <a:solidFill>
          <a:schemeClr val="accent2">
            <a:lumMod val="75000"/>
          </a:schemeClr>
        </a:solidFill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Higher resource utilization</a:t>
          </a:r>
          <a:endParaRPr/>
        </a:p>
      </dsp:txBody>
      <dsp:txXfrm rot="0">
        <a:off x="6679606" y="3100158"/>
        <a:ext cx="920055" cy="460027"/>
      </dsp:txXfrm>
    </dsp:sp>
    <dsp:sp modelId="{76F17C4E-E10C-4476-BC5F-311D7B4890D3}">
      <dsp:nvSpPr>
        <dsp:cNvPr id="0" name=""/>
        <dsp:cNvSpPr/>
      </dsp:nvSpPr>
      <dsp:spPr bwMode="auto">
        <a:xfrm rot="0" flipH="0" flipV="0">
          <a:off x="7792873" y="3100158"/>
          <a:ext cx="920055" cy="460027"/>
        </a:xfrm>
        <a:prstGeom prst="rect">
          <a:avLst/>
        </a:prstGeom>
        <a:solidFill>
          <a:schemeClr val="accent2">
            <a:lumMod val="75000"/>
          </a:schemeClr>
        </a:solidFill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Less architectural control</a:t>
          </a:r>
          <a:endParaRPr/>
        </a:p>
      </dsp:txBody>
      <dsp:txXfrm rot="0">
        <a:off x="7792873" y="3100158"/>
        <a:ext cx="920055" cy="460027"/>
      </dsp:txXfrm>
    </dsp:sp>
    <dsp:sp modelId="{437F09A6-4B82-40BD-A474-1D114E62EB1C}">
      <dsp:nvSpPr>
        <dsp:cNvPr id="0" name=""/>
        <dsp:cNvSpPr/>
      </dsp:nvSpPr>
      <dsp:spPr bwMode="auto">
        <a:xfrm rot="0" flipH="0" flipV="0">
          <a:off x="8906141" y="3100158"/>
          <a:ext cx="920055" cy="460027"/>
        </a:xfrm>
        <a:prstGeom prst="rect">
          <a:avLst/>
        </a:prstGeom>
        <a:solidFill>
          <a:schemeClr val="accent2">
            <a:lumMod val="75000"/>
          </a:schemeClr>
        </a:solidFill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Timing optimization is harder</a:t>
          </a:r>
          <a:endParaRPr/>
        </a:p>
      </dsp:txBody>
      <dsp:txXfrm rot="0">
        <a:off x="8906141" y="3100158"/>
        <a:ext cx="920055" cy="460027"/>
      </dsp:txXfrm>
    </dsp:sp>
    <dsp:sp modelId="{EF9F97C3-F88F-4485-9533-C2CBC0145707}">
      <dsp:nvSpPr>
        <dsp:cNvPr id="0" name=""/>
        <dsp:cNvSpPr/>
      </dsp:nvSpPr>
      <dsp:spPr bwMode="auto">
        <a:xfrm rot="0" flipH="0" flipV="0">
          <a:off x="10019409" y="3100158"/>
          <a:ext cx="920055" cy="460027"/>
        </a:xfrm>
        <a:prstGeom prst="rect">
          <a:avLst/>
        </a:prstGeom>
        <a:solidFill>
          <a:schemeClr val="accent2">
            <a:lumMod val="75000"/>
          </a:schemeClr>
        </a:solidFill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Performance depends on the compiler</a:t>
          </a:r>
          <a:endParaRPr/>
        </a:p>
      </dsp:txBody>
      <dsp:txXfrm rot="0">
        <a:off x="10019409" y="3100158"/>
        <a:ext cx="920055" cy="460027"/>
      </dsp:txXfrm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56008414" name=""/>
      <dsp:cNvGrpSpPr/>
    </dsp:nvGrpSpPr>
    <dsp:grpSpPr bwMode="auto">
      <a:xfrm rot="0">
        <a:off x="0" y="0"/>
        <a:ext cx="10239375" cy="4445350"/>
        <a:chOff x="0" y="0"/>
        <a:chExt cx="10239375" cy="4445350"/>
      </a:xfrm>
    </dsp:grpSpPr>
    <dsp:sp modelId="{6094E877-AD22-4131-91A7-458A9B0B123B}">
      <dsp:nvSpPr>
        <dsp:cNvPr id="392194044" name=""/>
        <dsp:cNvSpPr/>
      </dsp:nvSpPr>
      <dsp:spPr bwMode="auto">
        <a:xfrm>
          <a:off x="2514623" y="0"/>
          <a:ext cx="4445350" cy="4445350"/>
        </a:xfrm>
        <a:prstGeom prst="triangle">
          <a:avLst>
            <a:gd name="adj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9886BD45-1B7B-4BF3-9955-42DA5B38D438}">
      <dsp:nvSpPr>
        <dsp:cNvPr id="1774257100" name=""/>
        <dsp:cNvSpPr/>
      </dsp:nvSpPr>
      <dsp:spPr bwMode="auto">
        <a:xfrm>
          <a:off x="4786286" y="444969"/>
          <a:ext cx="2889477" cy="790091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Hardware resource utilization</a:t>
          </a:r>
          <a:endParaRPr/>
        </a:p>
      </dsp:txBody>
      <dsp:txXfrm>
        <a:off x="4824855" y="483538"/>
        <a:ext cx="2812339" cy="712953"/>
      </dsp:txXfrm>
    </dsp:sp>
    <dsp:sp modelId="{30418062-0D39-40E6-8FBA-18D448FB81EB}">
      <dsp:nvSpPr>
        <dsp:cNvPr id="683409454" name=""/>
        <dsp:cNvSpPr/>
      </dsp:nvSpPr>
      <dsp:spPr bwMode="auto">
        <a:xfrm>
          <a:off x="4786286" y="1333822"/>
          <a:ext cx="2889477" cy="790091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Operating frequency and timing</a:t>
          </a:r>
          <a:endParaRPr/>
        </a:p>
      </dsp:txBody>
      <dsp:txXfrm>
        <a:off x="4824855" y="1372390"/>
        <a:ext cx="2812339" cy="712953"/>
      </dsp:txXfrm>
    </dsp:sp>
    <dsp:sp modelId="{42C605D8-3AFD-4E96-9F9E-3E803026418F}">
      <dsp:nvSpPr>
        <dsp:cNvPr id="1821337276" name=""/>
        <dsp:cNvSpPr/>
      </dsp:nvSpPr>
      <dsp:spPr bwMode="auto">
        <a:xfrm>
          <a:off x="4786286" y="2222674"/>
          <a:ext cx="2889477" cy="790091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Power and implementation efficiency </a:t>
          </a:r>
          <a:endParaRPr/>
        </a:p>
      </dsp:txBody>
      <dsp:txXfrm>
        <a:off x="4824855" y="2261243"/>
        <a:ext cx="2812339" cy="712953"/>
      </dsp:txXfrm>
    </dsp:sp>
    <dsp:sp modelId="{F2BB09F7-30EE-44CC-8D5A-E7D3CDB3C5DC}">
      <dsp:nvSpPr>
        <dsp:cNvPr id="29701099" name=""/>
        <dsp:cNvSpPr/>
      </dsp:nvSpPr>
      <dsp:spPr bwMode="auto">
        <a:xfrm>
          <a:off x="4786286" y="3111527"/>
          <a:ext cx="2889477" cy="790091"/>
        </a:xfrm>
        <a:prstGeom prst="roundRect">
          <a:avLst>
            <a:gd name="adj" fmla="val 16667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700"/>
            <a:t>Determine the best approach for edge AI deployment.</a:t>
          </a:r>
          <a:endParaRPr/>
        </a:p>
      </dsp:txBody>
      <dsp:txXfrm>
        <a:off x="4824855" y="3150096"/>
        <a:ext cx="2812339" cy="712953"/>
      </dsp:txXfrm>
    </dsp:sp>
  </dsp:spTree>
</dsp:drawing>
</file>

<file path=ppt/diagrams/drawing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29507699" name=""/>
      <dsp:cNvGrpSpPr/>
    </dsp:nvGrpSpPr>
    <dsp:grpSpPr bwMode="auto">
      <a:xfrm rot="0">
        <a:off x="0" y="0"/>
        <a:ext cx="8587147" cy="3962400"/>
        <a:chOff x="0" y="0"/>
        <a:chExt cx="8587147" cy="3962400"/>
      </a:xfrm>
    </dsp:grpSpPr>
    <dsp:sp modelId="{C8C86E7A-1AD3-4E83-83C6-29DEB800B11A}">
      <dsp:nvSpPr>
        <dsp:cNvPr id="0" name=""/>
        <dsp:cNvSpPr/>
      </dsp:nvSpPr>
      <dsp:spPr bwMode="auto">
        <a:xfrm rot="0" flipH="0" flipV="0">
          <a:off x="0" y="236935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Throughput vs resource</a:t>
          </a:r>
          <a:endParaRPr/>
        </a:p>
      </dsp:txBody>
      <dsp:txXfrm rot="0">
        <a:off x="0" y="236935"/>
        <a:ext cx="2683483" cy="1610090"/>
      </dsp:txXfrm>
    </dsp:sp>
    <dsp:sp modelId="{BC358806-51FC-4BCD-8270-2A655F8344EF}">
      <dsp:nvSpPr>
        <dsp:cNvPr id="0" name=""/>
        <dsp:cNvSpPr/>
      </dsp:nvSpPr>
      <dsp:spPr bwMode="auto">
        <a:xfrm rot="0" flipH="0" flipV="0">
          <a:off x="2951831" y="236935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542117"/>
            <a:satOff val="20000"/>
            <a:lumOff val="-2941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On-chip buffering</a:t>
          </a:r>
          <a:endParaRPr/>
        </a:p>
      </dsp:txBody>
      <dsp:txXfrm rot="0">
        <a:off x="2951831" y="236935"/>
        <a:ext cx="2683483" cy="1610090"/>
      </dsp:txXfrm>
    </dsp:sp>
    <dsp:sp modelId="{69DEDC4B-9B64-4550-AB2B-28AAC1E85A0C}">
      <dsp:nvSpPr>
        <dsp:cNvPr id="0" name=""/>
        <dsp:cNvSpPr/>
      </dsp:nvSpPr>
      <dsp:spPr bwMode="auto">
        <a:xfrm rot="0" flipH="0" flipV="0">
          <a:off x="5903663" y="236935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1084235"/>
            <a:satOff val="40000"/>
            <a:lumOff val="-5882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Quantization: reduces bitwidth </a:t>
          </a:r>
          <a:endParaRPr/>
        </a:p>
      </dsp:txBody>
      <dsp:txXfrm rot="0">
        <a:off x="5903663" y="236935"/>
        <a:ext cx="2683483" cy="1610090"/>
      </dsp:txXfrm>
    </dsp:sp>
    <dsp:sp modelId="{9C316FAF-DF61-413D-8997-DC2D893B053B}">
      <dsp:nvSpPr>
        <dsp:cNvPr id="0" name=""/>
        <dsp:cNvSpPr/>
      </dsp:nvSpPr>
      <dsp:spPr bwMode="auto">
        <a:xfrm rot="0" flipH="0" flipV="0">
          <a:off x="0" y="2115374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1626352"/>
            <a:satOff val="60000"/>
            <a:lumOff val="-8823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Dataflow style </a:t>
          </a:r>
          <a:endParaRPr/>
        </a:p>
      </dsp:txBody>
      <dsp:txXfrm rot="0">
        <a:off x="0" y="2115374"/>
        <a:ext cx="2683483" cy="1610090"/>
      </dsp:txXfrm>
    </dsp:sp>
    <dsp:sp modelId="{EF4DF38B-362B-4734-BCCD-52FDEF569E93}">
      <dsp:nvSpPr>
        <dsp:cNvPr id="0" name=""/>
        <dsp:cNvSpPr/>
      </dsp:nvSpPr>
      <dsp:spPr bwMode="auto">
        <a:xfrm rot="0" flipH="0" flipV="0">
          <a:off x="2951831" y="2115374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2168470"/>
            <a:satOff val="80000"/>
            <a:lumOff val="-11764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Interface bottleneck</a:t>
          </a:r>
          <a:endParaRPr/>
        </a:p>
      </dsp:txBody>
      <dsp:txXfrm rot="0">
        <a:off x="2951831" y="2115374"/>
        <a:ext cx="2683483" cy="1610090"/>
      </dsp:txXfrm>
    </dsp:sp>
    <dsp:sp modelId="{68312EF9-6DDD-434B-A0E0-243B21AF8179}">
      <dsp:nvSpPr>
        <dsp:cNvPr id="0" name=""/>
        <dsp:cNvSpPr/>
      </dsp:nvSpPr>
      <dsp:spPr bwMode="auto">
        <a:xfrm rot="0" flipH="0" flipV="0">
          <a:off x="5903663" y="2115374"/>
          <a:ext cx="2683483" cy="1610090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3">
            <a:hueOff val="2710588"/>
            <a:satOff val="100000"/>
            <a:lumOff val="-14705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Efficient lightweight accelerators remain an active research area.</a:t>
          </a:r>
          <a:endParaRPr/>
        </a:p>
      </dsp:txBody>
      <dsp:txXfrm rot="0">
        <a:off x="5903663" y="2115374"/>
        <a:ext cx="2683483" cy="1610090"/>
      </dsp:txXfrm>
    </dsp:sp>
  </dsp:spTree>
</dsp:drawing>
</file>

<file path=ppt/diagrams/drawing10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735829854" name=""/>
      <dsp:cNvGrpSpPr/>
    </dsp:nvGrpSpPr>
    <dsp:grpSpPr bwMode="auto">
      <a:xfrm rot="0">
        <a:off x="0" y="0"/>
        <a:ext cx="9848850" cy="3256572"/>
        <a:chOff x="0" y="0"/>
        <a:chExt cx="9848850" cy="3256572"/>
      </a:xfrm>
    </dsp:grpSpPr>
    <dsp:sp modelId="{1EEE293D-EE0E-40EB-AA4D-304C90B6B90E}">
      <dsp:nvSpPr>
        <dsp:cNvPr id="159107603" name=""/>
        <dsp:cNvSpPr/>
      </dsp:nvSpPr>
      <dsp:spPr bwMode="auto">
        <a:xfrm rot="0" flipH="0" flipV="0">
          <a:off x="4924425" y="1451209"/>
          <a:ext cx="4081201" cy="354153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77076"/>
              </a:lnTo>
              <a:lnTo>
                <a:pt x="4081201" y="177076"/>
              </a:lnTo>
              <a:lnTo>
                <a:pt x="4081201" y="354153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9ABA7993-9DFA-401C-A5FC-A311442DCCC8}">
      <dsp:nvSpPr>
        <dsp:cNvPr id="323335422" name=""/>
        <dsp:cNvSpPr/>
      </dsp:nvSpPr>
      <dsp:spPr bwMode="auto">
        <a:xfrm rot="0" flipH="0" flipV="0">
          <a:off x="4924425" y="1451209"/>
          <a:ext cx="2040600" cy="354153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77076"/>
              </a:lnTo>
              <a:lnTo>
                <a:pt x="2040600" y="177076"/>
              </a:lnTo>
              <a:lnTo>
                <a:pt x="2040600" y="354153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F1CAF63C-F364-40A5-B407-F28F92AA12C6}">
      <dsp:nvSpPr>
        <dsp:cNvPr id="1341841579" name=""/>
        <dsp:cNvSpPr/>
      </dsp:nvSpPr>
      <dsp:spPr bwMode="auto">
        <a:xfrm rot="0" flipH="0" flipV="0">
          <a:off x="4924425" y="1451209"/>
          <a:ext cx="0" cy="354153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177076"/>
              </a:lnTo>
              <a:lnTo>
                <a:pt x="0" y="177076"/>
              </a:lnTo>
              <a:lnTo>
                <a:pt x="0" y="354153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19AF0A2F-CF6C-469F-8E1A-A2FF2FDDB4D3}">
      <dsp:nvSpPr>
        <dsp:cNvPr id="1221577768" name=""/>
        <dsp:cNvSpPr/>
      </dsp:nvSpPr>
      <dsp:spPr bwMode="auto">
        <a:xfrm rot="0" flipH="0" flipV="0">
          <a:off x="2883824" y="1451209"/>
          <a:ext cx="2040600" cy="354153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2040600" y="0"/>
              </a:moveTo>
              <a:lnTo>
                <a:pt x="2040600" y="177076"/>
              </a:lnTo>
              <a:lnTo>
                <a:pt x="0" y="177076"/>
              </a:lnTo>
              <a:lnTo>
                <a:pt x="0" y="354153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255A57EA-C741-490F-BAF3-BC72F6605310}">
      <dsp:nvSpPr>
        <dsp:cNvPr id="261976337" name=""/>
        <dsp:cNvSpPr/>
      </dsp:nvSpPr>
      <dsp:spPr bwMode="auto">
        <a:xfrm rot="0" flipH="0" flipV="0">
          <a:off x="843223" y="1451209"/>
          <a:ext cx="4081201" cy="354153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4081201" y="0"/>
              </a:moveTo>
              <a:lnTo>
                <a:pt x="4081201" y="177076"/>
              </a:lnTo>
              <a:lnTo>
                <a:pt x="0" y="177076"/>
              </a:lnTo>
              <a:lnTo>
                <a:pt x="0" y="354153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BF812ED-6FFF-4C1B-B92A-807FC41FB1E5}">
      <dsp:nvSpPr>
        <dsp:cNvPr id="0" name=""/>
        <dsp:cNvSpPr/>
      </dsp:nvSpPr>
      <dsp:spPr bwMode="auto">
        <a:xfrm rot="0" flipH="0" flipV="0">
          <a:off x="4081201" y="607985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4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ShuffleNet V2:</a:t>
          </a:r>
          <a:endParaRPr/>
        </a:p>
      </dsp:txBody>
      <dsp:txXfrm rot="0">
        <a:off x="4081201" y="607985"/>
        <a:ext cx="1686446" cy="843223"/>
      </dsp:txXfrm>
    </dsp:sp>
    <dsp:sp modelId="{00F2FE85-D9BD-4235-AAE0-9EBCCA96D7CD}">
      <dsp:nvSpPr>
        <dsp:cNvPr id="0" name=""/>
        <dsp:cNvSpPr/>
      </dsp:nvSpPr>
      <dsp:spPr bwMode="auto">
        <a:xfrm rot="0" flipH="0" flipV="0">
          <a:off x="0" y="1805362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Designed specifically for efficient mobile inference.</a:t>
          </a:r>
          <a:endParaRPr/>
        </a:p>
      </dsp:txBody>
      <dsp:txXfrm rot="0">
        <a:off x="0" y="1805362"/>
        <a:ext cx="1686446" cy="843223"/>
      </dsp:txXfrm>
    </dsp:sp>
    <dsp:sp modelId="{8F7DAAE1-290E-42B4-B9BA-BAD23BFA6880}">
      <dsp:nvSpPr>
        <dsp:cNvPr id="0" name=""/>
        <dsp:cNvSpPr/>
      </dsp:nvSpPr>
      <dsp:spPr bwMode="auto">
        <a:xfrm rot="0" flipH="0" flipV="0">
          <a:off x="2040600" y="1805362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Uses channel split and channel shuffle.</a:t>
          </a:r>
          <a:endParaRPr/>
        </a:p>
      </dsp:txBody>
      <dsp:txXfrm rot="0">
        <a:off x="2040600" y="1805362"/>
        <a:ext cx="1686446" cy="843223"/>
      </dsp:txXfrm>
    </dsp:sp>
    <dsp:sp modelId="{946AD251-00D8-4972-ABCB-96C75B7DD6C8}">
      <dsp:nvSpPr>
        <dsp:cNvPr id="0" name=""/>
        <dsp:cNvSpPr/>
      </dsp:nvSpPr>
      <dsp:spPr bwMode="auto">
        <a:xfrm rot="0" flipH="0" flipV="0">
          <a:off x="4081201" y="1805362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Reduces memory access cost.</a:t>
          </a:r>
          <a:endParaRPr/>
        </a:p>
      </dsp:txBody>
      <dsp:txXfrm rot="0">
        <a:off x="4081201" y="1805362"/>
        <a:ext cx="1686446" cy="843223"/>
      </dsp:txXfrm>
    </dsp:sp>
    <dsp:sp modelId="{AA73CBAC-5062-4227-82A0-ADB5F2B19DD2}">
      <dsp:nvSpPr>
        <dsp:cNvPr id="0" name=""/>
        <dsp:cNvSpPr/>
      </dsp:nvSpPr>
      <dsp:spPr bwMode="auto">
        <a:xfrm rot="0" flipH="0" flipV="0">
          <a:off x="6121802" y="1805362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Balances accuracy and computational efficiency.</a:t>
          </a:r>
          <a:endParaRPr/>
        </a:p>
      </dsp:txBody>
      <dsp:txXfrm rot="0">
        <a:off x="6121802" y="1805362"/>
        <a:ext cx="1686446" cy="843223"/>
      </dsp:txXfrm>
    </dsp:sp>
    <dsp:sp modelId="{D1EE5FD5-089D-4F15-AFCC-2A4E0F4501C3}">
      <dsp:nvSpPr>
        <dsp:cNvPr id="0" name=""/>
        <dsp:cNvSpPr/>
      </dsp:nvSpPr>
      <dsp:spPr bwMode="auto">
        <a:xfrm rot="0" flipH="0" flipV="0">
          <a:off x="8162403" y="1805362"/>
          <a:ext cx="1686446" cy="843223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Suitable for FPGA and edge AI deployment.</a:t>
          </a:r>
          <a:endParaRPr/>
        </a:p>
      </dsp:txBody>
      <dsp:txXfrm rot="0">
        <a:off x="8162403" y="1805362"/>
        <a:ext cx="1686446" cy="843223"/>
      </dsp:txXfrm>
    </dsp:sp>
  </dsp:spTree>
</dsp:drawing>
</file>

<file path=ppt/diagrams/drawing1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27853552" name=""/>
      <dsp:cNvGrpSpPr/>
    </dsp:nvGrpSpPr>
    <dsp:grpSpPr bwMode="auto">
      <a:xfrm rot="0">
        <a:off x="0" y="0"/>
        <a:ext cx="12426418" cy="1526225"/>
        <a:chOff x="0" y="0"/>
        <a:chExt cx="12426418" cy="1526225"/>
      </a:xfrm>
    </dsp:grpSpPr>
    <dsp:sp modelId="{64E5509F-7B5C-497C-B65F-98F35EE10780}">
      <dsp:nvSpPr>
        <dsp:cNvPr id="0" name=""/>
        <dsp:cNvSpPr/>
      </dsp:nvSpPr>
      <dsp:spPr bwMode="auto">
        <a:xfrm rot="0" flipH="0" flipV="0">
          <a:off x="4305427" y="0"/>
          <a:ext cx="3815562" cy="1526225"/>
        </a:xfrm>
        <a:prstGeom prst="leftRightRibbon">
          <a:avLst>
            <a:gd name="adj1" fmla="val 50000"/>
            <a:gd name="adj2" fmla="val 50000"/>
            <a:gd name="adj3" fmla="val 16667"/>
          </a:avLst>
        </a:prstGeom>
        <a:ln/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929B87A9-7FD8-44C1-9E6D-15B48AC8F95B}">
      <dsp:nvSpPr>
        <dsp:cNvPr id="0" name=""/>
        <dsp:cNvSpPr/>
      </dsp:nvSpPr>
      <dsp:spPr bwMode="auto">
        <a:xfrm rot="0" flipH="0" flipV="0">
          <a:off x="4763295" y="267089"/>
          <a:ext cx="1259135" cy="74785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FPGA CNN accelerators </a:t>
          </a:r>
          <a:endParaRPr/>
        </a:p>
      </dsp:txBody>
      <dsp:txXfrm rot="0">
        <a:off x="4763295" y="267089"/>
        <a:ext cx="1259135" cy="747850"/>
      </dsp:txXfrm>
    </dsp:sp>
    <dsp:sp modelId="{20FAEF90-9350-4E45-B72A-59A8C4D2FACD}">
      <dsp:nvSpPr>
        <dsp:cNvPr id="0" name=""/>
        <dsp:cNvSpPr/>
      </dsp:nvSpPr>
      <dsp:spPr bwMode="auto">
        <a:xfrm rot="0" flipH="0" flipV="0">
          <a:off x="6213209" y="511285"/>
          <a:ext cx="1488069" cy="74785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Focus on performance only</a:t>
          </a:r>
          <a:endParaRPr/>
        </a:p>
      </dsp:txBody>
      <dsp:txXfrm rot="0">
        <a:off x="6213209" y="511285"/>
        <a:ext cx="1488069" cy="747850"/>
      </dsp:txXfrm>
    </dsp:sp>
  </dsp:spTree>
</dsp:drawing>
</file>

<file path=ppt/diagrams/drawing1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3225331" name=""/>
      <dsp:cNvGrpSpPr/>
    </dsp:nvGrpSpPr>
    <dsp:grpSpPr bwMode="auto">
      <a:xfrm rot="0">
        <a:off x="0" y="0"/>
        <a:ext cx="13200264" cy="1525828"/>
        <a:chOff x="0" y="0"/>
        <a:chExt cx="13200264" cy="1525828"/>
      </a:xfrm>
    </dsp:grpSpPr>
    <dsp:sp modelId="{44351AF8-59F7-4353-B6A3-346F758E7570}">
      <dsp:nvSpPr>
        <dsp:cNvPr id="0" name=""/>
        <dsp:cNvSpPr/>
      </dsp:nvSpPr>
      <dsp:spPr bwMode="auto">
        <a:xfrm rot="0" flipH="0" flipV="0">
          <a:off x="4692847" y="0"/>
          <a:ext cx="3814570" cy="1525828"/>
        </a:xfrm>
        <a:prstGeom prst="leftRightRibbon">
          <a:avLst>
            <a:gd name="adj1" fmla="val 50000"/>
            <a:gd name="adj2" fmla="val 50000"/>
            <a:gd name="adj3" fmla="val 16667"/>
          </a:avLst>
        </a:prstGeom>
        <a:ln/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98BDFECB-87C0-4A83-8CD6-9CDD6325E6B3}">
      <dsp:nvSpPr>
        <dsp:cNvPr id="0" name=""/>
        <dsp:cNvSpPr/>
      </dsp:nvSpPr>
      <dsp:spPr bwMode="auto">
        <a:xfrm rot="0" flipH="0" flipV="0">
          <a:off x="5150595" y="267019"/>
          <a:ext cx="1258808" cy="747655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HLS implementations </a:t>
          </a:r>
          <a:endParaRPr/>
        </a:p>
      </dsp:txBody>
      <dsp:txXfrm rot="0">
        <a:off x="5150595" y="267019"/>
        <a:ext cx="1258808" cy="747655"/>
      </dsp:txXfrm>
    </dsp:sp>
    <dsp:sp modelId="{6E35D2CC-D458-4345-8DDF-E38520B3C8CE}">
      <dsp:nvSpPr>
        <dsp:cNvPr id="0" name=""/>
        <dsp:cNvSpPr/>
      </dsp:nvSpPr>
      <dsp:spPr bwMode="auto">
        <a:xfrm rot="0" flipH="0" flipV="0">
          <a:off x="6600132" y="511152"/>
          <a:ext cx="1487682" cy="747655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Limited hardware optimization</a:t>
          </a:r>
          <a:endParaRPr/>
        </a:p>
      </dsp:txBody>
      <dsp:txXfrm rot="0">
        <a:off x="6600132" y="511152"/>
        <a:ext cx="1487682" cy="747655"/>
      </dsp:txXfrm>
    </dsp:sp>
  </dsp:spTree>
</dsp:drawing>
</file>

<file path=ppt/diagrams/drawing1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01893979" name=""/>
      <dsp:cNvGrpSpPr/>
    </dsp:nvGrpSpPr>
    <dsp:grpSpPr bwMode="auto">
      <a:xfrm rot="0">
        <a:off x="0" y="0"/>
        <a:ext cx="13003011" cy="1504307"/>
        <a:chOff x="0" y="0"/>
        <a:chExt cx="13003011" cy="1504307"/>
      </a:xfrm>
    </dsp:grpSpPr>
    <dsp:sp modelId="{A3EA5B2C-6D71-44C9-A788-CC3288FF4160}">
      <dsp:nvSpPr>
        <dsp:cNvPr id="0" name=""/>
        <dsp:cNvSpPr/>
      </dsp:nvSpPr>
      <dsp:spPr bwMode="auto">
        <a:xfrm rot="0" flipH="0" flipV="0">
          <a:off x="4632178" y="0"/>
          <a:ext cx="3760767" cy="1504307"/>
        </a:xfrm>
        <a:prstGeom prst="leftRightRibbon">
          <a:avLst>
            <a:gd name="adj1" fmla="val 50000"/>
            <a:gd name="adj2" fmla="val 50000"/>
            <a:gd name="adj3" fmla="val 16667"/>
          </a:avLst>
        </a:prstGeom>
        <a:ln/>
      </dsp:spPr>
      <dsp:style>
        <a:lnRef idx="2">
          <a:schemeClr val="lt1"/>
        </a:lnRef>
        <a:fillRef idx="1">
          <a:schemeClr val="accent2">
            <a:shade val="50000"/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2DDFD351-8E55-45E9-B3C4-5FCAA5F98EE0}">
      <dsp:nvSpPr>
        <dsp:cNvPr id="0" name=""/>
        <dsp:cNvSpPr/>
      </dsp:nvSpPr>
      <dsp:spPr bwMode="auto">
        <a:xfrm rot="0" flipH="0" flipV="0">
          <a:off x="5072413" y="263253"/>
          <a:ext cx="1241053" cy="73711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RTL implementations </a:t>
          </a:r>
          <a:endParaRPr/>
        </a:p>
      </dsp:txBody>
      <dsp:txXfrm rot="0">
        <a:off x="5072413" y="263253"/>
        <a:ext cx="1241053" cy="737110"/>
      </dsp:txXfrm>
    </dsp:sp>
    <dsp:sp modelId="{04602270-6CD6-4AC3-B55E-BAE2626CB344}">
      <dsp:nvSpPr>
        <dsp:cNvPr id="0" name=""/>
        <dsp:cNvSpPr/>
      </dsp:nvSpPr>
      <dsp:spPr bwMode="auto">
        <a:xfrm rot="0" flipH="0" flipV="0">
          <a:off x="6501505" y="503942"/>
          <a:ext cx="1466699" cy="73711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Longer development time</a:t>
          </a:r>
          <a:endParaRPr/>
        </a:p>
      </dsp:txBody>
      <dsp:txXfrm rot="0">
        <a:off x="6501505" y="503942"/>
        <a:ext cx="1466699" cy="737110"/>
      </dsp:txXfrm>
    </dsp:sp>
  </dsp:spTree>
</dsp:drawing>
</file>

<file path=ppt/diagrams/drawing1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42025008" name=""/>
      <dsp:cNvGrpSpPr/>
    </dsp:nvGrpSpPr>
    <dsp:grpSpPr bwMode="auto">
      <a:xfrm rot="0">
        <a:off x="0" y="0"/>
        <a:ext cx="12191999" cy="1504307"/>
        <a:chOff x="0" y="0"/>
        <a:chExt cx="12191999" cy="1504307"/>
      </a:xfrm>
    </dsp:grpSpPr>
    <dsp:sp modelId="{BCBA3496-264F-4D76-B966-C4BA975C729A}">
      <dsp:nvSpPr>
        <dsp:cNvPr id="0" name=""/>
        <dsp:cNvSpPr/>
      </dsp:nvSpPr>
      <dsp:spPr bwMode="auto">
        <a:xfrm rot="0" flipH="0" flipV="0">
          <a:off x="4215615" y="0"/>
          <a:ext cx="3760767" cy="1504307"/>
        </a:xfrm>
        <a:prstGeom prst="leftRightRibbon">
          <a:avLst>
            <a:gd name="adj1" fmla="val 50000"/>
            <a:gd name="adj2" fmla="val 50000"/>
            <a:gd name="adj3" fmla="val 16667"/>
          </a:avLst>
        </a:prstGeom>
        <a:ln/>
      </dsp:spPr>
      <dsp:style>
        <a:lnRef idx="2">
          <a:schemeClr val="lt1"/>
        </a:lnRef>
        <a:fillRef idx="1">
          <a:schemeClr val="accent5">
            <a:shade val="50000"/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63A0A907-4031-44EF-9801-AD5D50D5A8C6}">
      <dsp:nvSpPr>
        <dsp:cNvPr id="0" name=""/>
        <dsp:cNvSpPr/>
      </dsp:nvSpPr>
      <dsp:spPr bwMode="auto">
        <a:xfrm rot="0" flipH="0" flipV="0">
          <a:off x="4666907" y="263253"/>
          <a:ext cx="1241053" cy="73711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Lightweight CNN studies </a:t>
          </a:r>
          <a:endParaRPr/>
        </a:p>
      </dsp:txBody>
      <dsp:txXfrm rot="0">
        <a:off x="4666907" y="263253"/>
        <a:ext cx="1241053" cy="737110"/>
      </dsp:txXfrm>
    </dsp:sp>
    <dsp:sp modelId="{497D215B-A7A1-461B-B66A-5871895A7423}">
      <dsp:nvSpPr>
        <dsp:cNvPr id="0" name=""/>
        <dsp:cNvSpPr/>
      </dsp:nvSpPr>
      <dsp:spPr bwMode="auto">
        <a:xfrm rot="0" flipH="0" flipV="0">
          <a:off x="6095999" y="503942"/>
          <a:ext cx="1466699" cy="737110"/>
        </a:xfrm>
        <a:prstGeom prst="rect">
          <a:avLst/>
        </a:prstGeom>
        <a:noFill/>
        <a:ln>
          <a:noFill/>
        </a:ln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0" tIns="45720" rIns="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Rare RTL–HLS comparison</a:t>
          </a:r>
          <a:endParaRPr/>
        </a:p>
      </dsp:txBody>
      <dsp:txXfrm rot="0">
        <a:off x="6095999" y="503942"/>
        <a:ext cx="1466699" cy="737110"/>
      </dsp:txXfrm>
    </dsp:sp>
  </dsp:spTree>
</dsp:drawing>
</file>

<file path=ppt/diagrams/drawing1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82521545" name=""/>
      <dsp:cNvGrpSpPr/>
    </dsp:nvGrpSpPr>
    <dsp:grpSpPr bwMode="auto">
      <a:xfrm rot="0">
        <a:off x="0" y="0"/>
        <a:ext cx="10953750" cy="2558173"/>
        <a:chOff x="0" y="0"/>
        <a:chExt cx="10953750" cy="2558173"/>
      </a:xfrm>
    </dsp:grpSpPr>
    <dsp:sp modelId="{2CD0EF10-E7EF-41E1-A1A6-D8C881EF8091}">
      <dsp:nvSpPr>
        <dsp:cNvPr id="1491867975" name=""/>
        <dsp:cNvSpPr/>
      </dsp:nvSpPr>
      <dsp:spPr bwMode="auto">
        <a:xfrm>
          <a:off x="821531" y="0"/>
          <a:ext cx="9310687" cy="2558173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D0EEDFD-9290-4187-A743-4FFEB40CF57B}">
      <dsp:nvSpPr>
        <dsp:cNvPr id="1380706269" name=""/>
        <dsp:cNvSpPr/>
      </dsp:nvSpPr>
      <dsp:spPr bwMode="auto">
        <a:xfrm>
          <a:off x="5226" y="767451"/>
          <a:ext cx="2096877" cy="1023269"/>
        </a:xfrm>
        <a:prstGeom prst="roundRect">
          <a:avLst>
            <a:gd name="adj" fmla="val 1666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800"/>
            <a:t>Pretrained PyTorch Model </a:t>
          </a:r>
          <a:endParaRPr/>
        </a:p>
      </dsp:txBody>
      <dsp:txXfrm>
        <a:off x="55179" y="817403"/>
        <a:ext cx="1996974" cy="923365"/>
      </dsp:txXfrm>
    </dsp:sp>
    <dsp:sp modelId="{41FDE220-820C-4DA8-91EB-C5596672BD2E}">
      <dsp:nvSpPr>
        <dsp:cNvPr id="1842795836" name=""/>
        <dsp:cNvSpPr/>
      </dsp:nvSpPr>
      <dsp:spPr bwMode="auto">
        <a:xfrm>
          <a:off x="2216831" y="767451"/>
          <a:ext cx="2096877" cy="1023269"/>
        </a:xfrm>
        <a:prstGeom prst="roundRect">
          <a:avLst>
            <a:gd name="adj" fmla="val 16667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800"/>
            <a:t>BN Folding </a:t>
          </a:r>
          <a:endParaRPr/>
        </a:p>
      </dsp:txBody>
      <dsp:txXfrm>
        <a:off x="2266783" y="817403"/>
        <a:ext cx="1996974" cy="923365"/>
      </dsp:txXfrm>
    </dsp:sp>
    <dsp:sp modelId="{3CBD3C5B-B82E-4C39-BF37-86205806B990}">
      <dsp:nvSpPr>
        <dsp:cNvPr id="656955238" name=""/>
        <dsp:cNvSpPr/>
      </dsp:nvSpPr>
      <dsp:spPr bwMode="auto">
        <a:xfrm>
          <a:off x="4428435" y="767451"/>
          <a:ext cx="2096877" cy="1023269"/>
        </a:xfrm>
        <a:prstGeom prst="roundRect">
          <a:avLst>
            <a:gd name="adj" fmla="val 1666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800"/>
            <a:t>Verification on ILSVRC </a:t>
          </a:r>
          <a:endParaRPr/>
        </a:p>
      </dsp:txBody>
      <dsp:txXfrm>
        <a:off x="4478387" y="817403"/>
        <a:ext cx="1996974" cy="923365"/>
      </dsp:txXfrm>
    </dsp:sp>
    <dsp:sp modelId="{E34BA08B-0E05-4A7F-93D5-6A02B66D8D89}">
      <dsp:nvSpPr>
        <dsp:cNvPr id="2025663269" name=""/>
        <dsp:cNvSpPr/>
      </dsp:nvSpPr>
      <dsp:spPr bwMode="auto">
        <a:xfrm>
          <a:off x="6640039" y="767451"/>
          <a:ext cx="2096877" cy="1023269"/>
        </a:xfrm>
        <a:prstGeom prst="roundRect">
          <a:avLst>
            <a:gd name="adj" fmla="val 16667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800"/>
            <a:t>Quantization </a:t>
          </a:r>
          <a:endParaRPr/>
        </a:p>
      </dsp:txBody>
      <dsp:txXfrm>
        <a:off x="6689990" y="817403"/>
        <a:ext cx="1996974" cy="923365"/>
      </dsp:txXfrm>
    </dsp:sp>
    <dsp:sp modelId="{EA459CE0-AA5C-4F05-8D87-43F57C2F2D76}">
      <dsp:nvSpPr>
        <dsp:cNvPr id="913247585" name=""/>
        <dsp:cNvSpPr/>
      </dsp:nvSpPr>
      <dsp:spPr bwMode="auto">
        <a:xfrm>
          <a:off x="8851643" y="767451"/>
          <a:ext cx="2096877" cy="1023269"/>
        </a:xfrm>
        <a:prstGeom prst="roundRect">
          <a:avLst>
            <a:gd name="adj" fmla="val 1666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en-US" sz="1800"/>
            <a:t>Export (weights, config tables, bitwidth CSV)</a:t>
          </a:r>
          <a:endParaRPr/>
        </a:p>
      </dsp:txBody>
      <dsp:txXfrm>
        <a:off x="8901595" y="817403"/>
        <a:ext cx="1996974" cy="923365"/>
      </dsp:txXfrm>
    </dsp:sp>
  </dsp:spTree>
</dsp:drawing>
</file>

<file path=ppt/diagrams/drawing1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49138177" name=""/>
      <dsp:cNvGrpSpPr/>
    </dsp:nvGrpSpPr>
    <dsp:grpSpPr bwMode="auto">
      <a:xfrm rot="0">
        <a:off x="0" y="0"/>
        <a:ext cx="9601200" cy="3622863"/>
        <a:chOff x="0" y="0"/>
        <a:chExt cx="9601200" cy="3622863"/>
      </a:xfrm>
    </dsp:grpSpPr>
    <dsp:sp modelId="{0BC6A106-A14E-4952-8441-1CF6A8143A56}">
      <dsp:nvSpPr>
        <dsp:cNvPr id="493298108" name=""/>
        <dsp:cNvSpPr/>
      </dsp:nvSpPr>
      <dsp:spPr bwMode="auto">
        <a:xfrm rot="0" flipH="0" flipV="0">
          <a:off x="4800600" y="1593693"/>
          <a:ext cx="3763753" cy="435475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217737"/>
              </a:lnTo>
              <a:lnTo>
                <a:pt x="3763753" y="217737"/>
              </a:lnTo>
              <a:lnTo>
                <a:pt x="3763753" y="435475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3E9D9FE3-924C-40B9-85A3-8ABA5634764C}">
      <dsp:nvSpPr>
        <dsp:cNvPr id="1178774836" name=""/>
        <dsp:cNvSpPr/>
      </dsp:nvSpPr>
      <dsp:spPr bwMode="auto">
        <a:xfrm rot="0" flipH="0" flipV="0">
          <a:off x="4800600" y="1593693"/>
          <a:ext cx="1254584" cy="435475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0" y="0"/>
              </a:moveTo>
              <a:lnTo>
                <a:pt x="0" y="217737"/>
              </a:lnTo>
              <a:lnTo>
                <a:pt x="1254584" y="217737"/>
              </a:lnTo>
              <a:lnTo>
                <a:pt x="1254584" y="435475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7C9797BE-EFEE-41E6-BEF3-78DF47219EA5}">
      <dsp:nvSpPr>
        <dsp:cNvPr id="1179226938" name=""/>
        <dsp:cNvSpPr/>
      </dsp:nvSpPr>
      <dsp:spPr bwMode="auto">
        <a:xfrm rot="0" flipH="0" flipV="0">
          <a:off x="3546015" y="1593693"/>
          <a:ext cx="1254584" cy="435475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1254584" y="0"/>
              </a:moveTo>
              <a:lnTo>
                <a:pt x="1254584" y="217737"/>
              </a:lnTo>
              <a:lnTo>
                <a:pt x="0" y="217737"/>
              </a:lnTo>
              <a:lnTo>
                <a:pt x="0" y="435475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00A1DCE-21A4-41EB-ACFB-1453807940F3}">
      <dsp:nvSpPr>
        <dsp:cNvPr id="1788726229" name=""/>
        <dsp:cNvSpPr/>
      </dsp:nvSpPr>
      <dsp:spPr bwMode="auto">
        <a:xfrm rot="0" flipH="0" flipV="0">
          <a:off x="1036846" y="1593693"/>
          <a:ext cx="3763753" cy="435475"/>
        </a:xfrm>
        <a:custGeom>
          <a:avLst/>
          <a:gdLst/>
          <a:ahLst/>
          <a:cxnLst/>
          <a:rect l="0" t="0" r="r" b="b"/>
          <a:pathLst>
            <a:path fill="norm" stroke="1" extrusionOk="0">
              <a:moveTo>
                <a:pt x="3763753" y="0"/>
              </a:moveTo>
              <a:lnTo>
                <a:pt x="3763753" y="217737"/>
              </a:lnTo>
              <a:lnTo>
                <a:pt x="0" y="217737"/>
              </a:lnTo>
              <a:lnTo>
                <a:pt x="0" y="435475"/>
              </a:lnTo>
            </a:path>
          </a:pathLst>
        </a:custGeom>
        <a:ln/>
      </dsp:spPr>
      <dsp:style>
        <a:lnRef idx="2">
          <a:schemeClr val="accent6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97C7A101-139A-469A-9ACE-D39F7864796D}">
      <dsp:nvSpPr>
        <dsp:cNvPr id="0" name=""/>
        <dsp:cNvSpPr/>
      </dsp:nvSpPr>
      <dsp:spPr bwMode="auto">
        <a:xfrm rot="0" flipH="0" flipV="0">
          <a:off x="3763753" y="556847"/>
          <a:ext cx="2073693" cy="1036846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4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Quantization:</a:t>
          </a:r>
          <a:endParaRPr/>
        </a:p>
      </dsp:txBody>
      <dsp:txXfrm rot="0">
        <a:off x="3763753" y="556847"/>
        <a:ext cx="2073693" cy="1036846"/>
      </dsp:txXfrm>
    </dsp:sp>
    <dsp:sp modelId="{FA22F959-85E7-4F35-88E4-36269A310156}">
      <dsp:nvSpPr>
        <dsp:cNvPr id="0" name=""/>
        <dsp:cNvSpPr/>
      </dsp:nvSpPr>
      <dsp:spPr bwMode="auto">
        <a:xfrm rot="0" flipH="0" flipV="0">
          <a:off x="0" y="2029169"/>
          <a:ext cx="2073693" cy="1036846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Quantization converts values to fixed-point.</a:t>
          </a:r>
          <a:endParaRPr/>
        </a:p>
      </dsp:txBody>
      <dsp:txXfrm rot="0">
        <a:off x="0" y="2029169"/>
        <a:ext cx="2073693" cy="1036846"/>
      </dsp:txXfrm>
    </dsp:sp>
    <dsp:sp modelId="{3133C223-2E0A-49C5-8817-AA1CF0153389}">
      <dsp:nvSpPr>
        <dsp:cNvPr id="0" name=""/>
        <dsp:cNvSpPr/>
      </dsp:nvSpPr>
      <dsp:spPr bwMode="auto">
        <a:xfrm rot="0" flipH="0" flipV="0">
          <a:off x="2509168" y="2029169"/>
          <a:ext cx="2073693" cy="1036846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Reduces memory and computation cost.</a:t>
          </a:r>
          <a:endParaRPr/>
        </a:p>
      </dsp:txBody>
      <dsp:txXfrm rot="0">
        <a:off x="2509168" y="2029169"/>
        <a:ext cx="2073693" cy="1036846"/>
      </dsp:txXfrm>
    </dsp:sp>
    <dsp:sp modelId="{AB204078-47EF-45F0-BA58-AEDAD1ACF3C7}">
      <dsp:nvSpPr>
        <dsp:cNvPr id="0" name=""/>
        <dsp:cNvSpPr/>
      </dsp:nvSpPr>
      <dsp:spPr bwMode="auto">
        <a:xfrm rot="0" flipH="0" flipV="0">
          <a:off x="5018337" y="2029169"/>
          <a:ext cx="2073693" cy="1036846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Improves FPGA resource efficiency.</a:t>
          </a:r>
          <a:endParaRPr/>
        </a:p>
      </dsp:txBody>
      <dsp:txXfrm rot="0">
        <a:off x="5018337" y="2029169"/>
        <a:ext cx="2073693" cy="1036846"/>
      </dsp:txXfrm>
    </dsp:sp>
    <dsp:sp modelId="{103CAA27-2B16-4CB3-83FE-1F0995B0249C}">
      <dsp:nvSpPr>
        <dsp:cNvPr id="0" name=""/>
        <dsp:cNvSpPr/>
      </dsp:nvSpPr>
      <dsp:spPr bwMode="auto">
        <a:xfrm rot="0" flipH="0" flipV="0">
          <a:off x="7527506" y="2029169"/>
          <a:ext cx="2073693" cy="1036846"/>
        </a:xfrm>
        <a:prstGeom prst="rect">
          <a:avLst/>
        </a:prstGeom>
        <a:ln/>
      </dsp:spPr>
      <dsp:style>
        <a:lnRef idx="2">
          <a:schemeClr val="lt1"/>
        </a:lnRef>
        <a:fillRef idx="1">
          <a:schemeClr val="accent6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Enables faster real-time inference.</a:t>
          </a:r>
          <a:endParaRPr/>
        </a:p>
      </dsp:txBody>
      <dsp:txXfrm rot="0">
        <a:off x="7527506" y="2029169"/>
        <a:ext cx="2073693" cy="1036846"/>
      </dsp:txXfrm>
    </dsp:sp>
  </dsp:spTree>
</dsp:drawing>
</file>

<file path=ppt/diagrams/drawing1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891442494" name=""/>
      <dsp:cNvGrpSpPr/>
    </dsp:nvGrpSpPr>
    <dsp:grpSpPr bwMode="auto">
      <a:xfrm rot="0">
        <a:off x="0" y="0"/>
        <a:ext cx="9023882" cy="4447446"/>
        <a:chOff x="0" y="0"/>
        <a:chExt cx="9023882" cy="4447446"/>
      </a:xfrm>
    </dsp:grpSpPr>
    <dsp:sp modelId="{CC528BD3-5A8F-4264-B10E-A0BF5A66F99E}">
      <dsp:nvSpPr>
        <dsp:cNvPr id="0" name=""/>
        <dsp:cNvSpPr/>
      </dsp:nvSpPr>
      <dsp:spPr bwMode="auto">
        <a:xfrm rot="0" flipH="0" flipV="0">
          <a:off x="2288218" y="0"/>
          <a:ext cx="4447446" cy="4447446"/>
        </a:xfrm>
        <a:prstGeom prst="diamond">
          <a:avLst/>
        </a:prstGeom>
        <a:ln/>
      </dsp:spPr>
      <dsp:style>
        <a:lnRef idx="0">
          <a:srgbClr val="000000"/>
        </a:lnRef>
        <a:fillRef idx="1">
          <a:schemeClr val="accent5">
            <a:tint val="40000"/>
          </a:schemeClr>
        </a:fillRef>
        <a:effectRef idx="0">
          <a:srgbClr val="000000"/>
        </a:effectRef>
        <a:fontRef idx="minor"/>
      </dsp:style>
    </dsp:sp>
    <dsp:sp modelId="{982CF4D5-89D5-4356-BF3A-602144C8D1F4}">
      <dsp:nvSpPr>
        <dsp:cNvPr id="0" name=""/>
        <dsp:cNvSpPr/>
      </dsp:nvSpPr>
      <dsp:spPr bwMode="auto">
        <a:xfrm rot="0" flipH="0" flipV="0">
          <a:off x="2710725" y="422507"/>
          <a:ext cx="1734503" cy="1734503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Reduced arithmetic complexity.</a:t>
          </a:r>
          <a:endParaRPr/>
        </a:p>
      </dsp:txBody>
      <dsp:txXfrm rot="0">
        <a:off x="2795396" y="507178"/>
        <a:ext cx="1565160" cy="1565160"/>
      </dsp:txXfrm>
    </dsp:sp>
    <dsp:sp modelId="{DA81E234-19D5-45D8-982E-A4B872CD75F1}">
      <dsp:nvSpPr>
        <dsp:cNvPr id="0" name=""/>
        <dsp:cNvSpPr/>
      </dsp:nvSpPr>
      <dsp:spPr bwMode="auto">
        <a:xfrm rot="0" flipH="0" flipV="0">
          <a:off x="4578652" y="422507"/>
          <a:ext cx="1734503" cy="1734503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5">
            <a:hueOff val="-2252844"/>
            <a:satOff val="-5806"/>
            <a:lumOff val="-3921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Higher processing throughput.</a:t>
          </a:r>
          <a:endParaRPr/>
        </a:p>
      </dsp:txBody>
      <dsp:txXfrm rot="0">
        <a:off x="4663324" y="507178"/>
        <a:ext cx="1565160" cy="1565160"/>
      </dsp:txXfrm>
    </dsp:sp>
    <dsp:sp modelId="{99D0A4B0-1BCC-4D51-8008-71C859C4BF5C}">
      <dsp:nvSpPr>
        <dsp:cNvPr id="0" name=""/>
        <dsp:cNvSpPr/>
      </dsp:nvSpPr>
      <dsp:spPr bwMode="auto">
        <a:xfrm rot="0" flipH="0" flipV="0">
          <a:off x="2710725" y="2290434"/>
          <a:ext cx="1734503" cy="1734503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5">
            <a:hueOff val="-4505689"/>
            <a:satOff val="-11613"/>
            <a:lumOff val="-7843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Lower power consumption.</a:t>
          </a:r>
          <a:endParaRPr/>
        </a:p>
      </dsp:txBody>
      <dsp:txXfrm rot="0">
        <a:off x="2795396" y="2375106"/>
        <a:ext cx="1565160" cy="1565160"/>
      </dsp:txXfrm>
    </dsp:sp>
    <dsp:sp modelId="{39393A0B-C959-4975-AEC7-4CA25A847271}">
      <dsp:nvSpPr>
        <dsp:cNvPr id="0" name=""/>
        <dsp:cNvSpPr/>
      </dsp:nvSpPr>
      <dsp:spPr bwMode="auto">
        <a:xfrm rot="0" flipH="0" flipV="0">
          <a:off x="4578652" y="2290434"/>
          <a:ext cx="1734503" cy="1734503"/>
        </a:xfrm>
        <a:prstGeom prst="roundRect">
          <a:avLst>
            <a:gd name="adj" fmla="val 16667"/>
          </a:avLst>
        </a:prstGeom>
        <a:ln/>
      </dsp:spPr>
      <dsp:style>
        <a:lnRef idx="2">
          <a:schemeClr val="lt1"/>
        </a:lnRef>
        <a:fillRef idx="1">
          <a:schemeClr val="accent5">
            <a:hueOff val="-6758534"/>
            <a:satOff val="-17420"/>
            <a:lumOff val="-11764"/>
            <a:alphaOff val="0"/>
          </a:schemeClr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91440" tIns="45720" rIns="91440" bIns="45720" numCol="1" spcCol="0" rtlCol="0" fromWordArt="0" anchor="ctr" anchorCtr="0" forceAA="0" upright="0" compatLnSpc="0"/>
        <a:p>
          <a:pPr algn="ctr">
            <a:lnSpc>
              <a:spcPct val="90000"/>
            </a:lnSpc>
            <a:defRPr/>
          </a:pPr>
          <a:r>
            <a:rPr lang="en-US"/>
            <a:t>Efficient edge AI deployment.</a:t>
          </a:r>
          <a:endParaRPr/>
        </a:p>
      </dsp:txBody>
      <dsp:txXfrm rot="0">
        <a:off x="4663324" y="2375106"/>
        <a:ext cx="1565160" cy="1565160"/>
      </dsp:txXfrm>
    </dsp:sp>
  </dsp:spTree>
</dsp:drawing>
</file>

<file path=ppt/diagrams/drawing1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309907018" name=""/>
      <dsp:cNvGrpSpPr/>
    </dsp:nvGrpSpPr>
    <dsp:grpSpPr bwMode="auto">
      <a:xfrm rot="0">
        <a:off x="0" y="0"/>
        <a:ext cx="12191999" cy="3959156"/>
        <a:chOff x="0" y="0"/>
        <a:chExt cx="12191999" cy="3959156"/>
      </a:xfrm>
    </dsp:grpSpPr>
    <dsp:sp modelId="{52182162-C62B-49BF-921B-BB12E7A4BCC4}">
      <dsp:nvSpPr>
        <dsp:cNvPr id="225963676" name=""/>
        <dsp:cNvSpPr/>
      </dsp:nvSpPr>
      <dsp:spPr bwMode="auto">
        <a:xfrm>
          <a:off x="914398" y="0"/>
          <a:ext cx="10363199" cy="3959156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BA3D6A2B-59AA-47A4-A7BB-FB9D5FEA4F44}">
      <dsp:nvSpPr>
        <dsp:cNvPr id="320467484" name=""/>
        <dsp:cNvSpPr/>
      </dsp:nvSpPr>
      <dsp:spPr bwMode="auto">
        <a:xfrm>
          <a:off x="482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8" tIns="53338" rIns="53338" bIns="53338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Complete RTL implementation of ShuffleNet V2 — timing closed at 100 MHz</a:t>
          </a:r>
          <a:endParaRPr sz="1400"/>
        </a:p>
      </dsp:txBody>
      <dsp:txXfrm>
        <a:off x="71753" y="1259017"/>
        <a:ext cx="1317460" cy="1441119"/>
      </dsp:txXfrm>
    </dsp:sp>
    <dsp:sp modelId="{4EB02B78-C68B-4044-A5C1-3701663F1843}">
      <dsp:nvSpPr>
        <dsp:cNvPr id="248953514" name=""/>
        <dsp:cNvSpPr/>
      </dsp:nvSpPr>
      <dsp:spPr bwMode="auto">
        <a:xfrm>
          <a:off x="1533486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9" tIns="53339" rIns="53339" bIns="53339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48 RTL modules, 48 self-checking testbenches — all pass</a:t>
          </a:r>
          <a:endParaRPr sz="1400"/>
        </a:p>
      </dsp:txBody>
      <dsp:txXfrm>
        <a:off x="1604757" y="1259017"/>
        <a:ext cx="1317460" cy="1441119"/>
      </dsp:txXfrm>
    </dsp:sp>
    <dsp:sp modelId="{19B081CE-2D5E-45A4-9CF5-5199CDDEFD48}">
      <dsp:nvSpPr>
        <dsp:cNvPr id="365554447" name=""/>
        <dsp:cNvSpPr/>
      </dsp:nvSpPr>
      <dsp:spPr bwMode="auto">
        <a:xfrm>
          <a:off x="3066489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9" tIns="53339" rIns="53339" bIns="53339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Q6.8 fixed-point model: ~71% Top-1 accuracy on ImageNet</a:t>
          </a:r>
          <a:endParaRPr sz="1400"/>
        </a:p>
      </dsp:txBody>
      <dsp:txXfrm>
        <a:off x="3137761" y="1259017"/>
        <a:ext cx="1317460" cy="1441119"/>
      </dsp:txXfrm>
    </dsp:sp>
    <dsp:sp modelId="{0F160037-7E92-42C0-82BB-C8E2B6EEE438}">
      <dsp:nvSpPr>
        <dsp:cNvPr id="453866542" name=""/>
        <dsp:cNvSpPr/>
      </dsp:nvSpPr>
      <dsp:spPr bwMode="auto">
        <a:xfrm>
          <a:off x="4599495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9" tIns="53339" rIns="53339" bIns="53339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Four Vitis HLS models for RTL vs HLS comparison on ZU19EG</a:t>
          </a:r>
          <a:endParaRPr sz="1400"/>
        </a:p>
      </dsp:txBody>
      <dsp:txXfrm>
        <a:off x="4670766" y="1259017"/>
        <a:ext cx="1317460" cy="1441119"/>
      </dsp:txXfrm>
    </dsp:sp>
    <dsp:sp modelId="{4C493BD8-5AA7-4A39-B193-E9D073429A7E}">
      <dsp:nvSpPr>
        <dsp:cNvPr id="1073060329" name=""/>
        <dsp:cNvSpPr/>
      </dsp:nvSpPr>
      <dsp:spPr bwMode="auto">
        <a:xfrm>
          <a:off x="6132499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9" tIns="53339" rIns="53339" bIns="53339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Program ZU19EG and run end-to-end inference test</a:t>
          </a:r>
          <a:endParaRPr sz="1400"/>
        </a:p>
      </dsp:txBody>
      <dsp:txXfrm>
        <a:off x="6203770" y="1259017"/>
        <a:ext cx="1317460" cy="1441119"/>
      </dsp:txXfrm>
    </dsp:sp>
    <dsp:sp modelId="{9DA2F7D4-49F8-438E-AB7D-DE1577903AD9}">
      <dsp:nvSpPr>
        <dsp:cNvPr id="2130802298" name=""/>
        <dsp:cNvSpPr/>
      </dsp:nvSpPr>
      <dsp:spPr bwMode="auto">
        <a:xfrm>
          <a:off x="7665503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8" tIns="53338" rIns="53338" bIns="53338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Measurement of throughput, latency, and on-chip power</a:t>
          </a:r>
          <a:endParaRPr sz="1400"/>
        </a:p>
      </dsp:txBody>
      <dsp:txXfrm>
        <a:off x="7736774" y="1259017"/>
        <a:ext cx="1317460" cy="1441119"/>
      </dsp:txXfrm>
    </dsp:sp>
    <dsp:sp modelId="{ED79337D-1131-4D35-9123-37A4ED045BEE}">
      <dsp:nvSpPr>
        <dsp:cNvPr id="1885138321" name=""/>
        <dsp:cNvSpPr/>
      </dsp:nvSpPr>
      <dsp:spPr bwMode="auto">
        <a:xfrm>
          <a:off x="9198507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9" tIns="53339" rIns="53339" bIns="53339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Run HLS models and compile RTL vs HLS table</a:t>
          </a:r>
          <a:endParaRPr sz="1400"/>
        </a:p>
      </dsp:txBody>
      <dsp:txXfrm>
        <a:off x="9269778" y="1259017"/>
        <a:ext cx="1317460" cy="1441119"/>
      </dsp:txXfrm>
    </dsp:sp>
    <dsp:sp modelId="{56D8C171-96EE-4EB5-99E9-433BC6903BA4}">
      <dsp:nvSpPr>
        <dsp:cNvPr id="1041155742" name=""/>
        <dsp:cNvSpPr/>
      </dsp:nvSpPr>
      <dsp:spPr bwMode="auto">
        <a:xfrm>
          <a:off x="10731511" y="1187746"/>
          <a:ext cx="1460002" cy="1583661"/>
        </a:xfrm>
        <a:prstGeom prst="roundRect">
          <a:avLst>
            <a:gd name="adj" fmla="val 1666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53338" tIns="53338" rIns="53338" bIns="53338" numCol="1" spcCol="1268" rtlCol="0" fromWordArt="0" anchor="ctr" anchorCtr="0" forceAA="0" upright="0" compatLnSpc="0">
          <a:noAutofit/>
        </a:bodyPr>
        <a:lstStyle/>
        <a:p>
          <a:pPr marL="0" lvl="0" indent="0" algn="ctr" defTabSz="622299">
            <a:lnSpc>
              <a:spcPct val="90000"/>
            </a:lnSpc>
            <a:spcBef>
              <a:spcPts val="0"/>
            </a:spcBef>
            <a:spcAft>
              <a:spcPts val="586"/>
            </a:spcAft>
            <a:buNone/>
            <a:defRPr/>
          </a:pPr>
          <a:r>
            <a:rPr lang="en-US" sz="1400" b="0" i="0"/>
            <a:t>▸  Full documentation: README, block diagrams, reports</a:t>
          </a:r>
          <a:endParaRPr sz="1400"/>
        </a:p>
      </dsp:txBody>
      <dsp:txXfrm>
        <a:off x="10802782" y="1259017"/>
        <a:ext cx="1317460" cy="1441119"/>
      </dsp:txXfrm>
    </dsp:sp>
  </dsp:spTree>
</dsp:drawing>
</file>

<file path=ppt/diagrams/drawing1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431113437" name=""/>
      <dsp:cNvGrpSpPr/>
    </dsp:nvGrpSpPr>
    <dsp:grpSpPr bwMode="auto">
      <a:xfrm rot="0">
        <a:off x="0" y="0"/>
        <a:ext cx="9503922" cy="3713751"/>
        <a:chOff x="0" y="0"/>
        <a:chExt cx="9503922" cy="3713751"/>
      </a:xfrm>
    </dsp:grpSpPr>
    <dsp:sp modelId="{099AF834-DCFB-460D-9B86-FBC13FD3A939}">
      <dsp:nvSpPr>
        <dsp:cNvPr id="24954206" name=""/>
        <dsp:cNvSpPr/>
      </dsp:nvSpPr>
      <dsp:spPr bwMode="auto">
        <a:xfrm>
          <a:off x="0" y="13927"/>
          <a:ext cx="9503922" cy="873952"/>
        </a:xfrm>
        <a:prstGeom prst="roundRect">
          <a:avLst>
            <a:gd name="adj" fmla="val 1666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3819" tIns="83819" rIns="83819" bIns="83819" numCol="1" spcCol="1268" rtlCol="0" fromWordArt="0" anchor="ctr" anchorCtr="0" forceAA="0" upright="0" compatLnSpc="0">
          <a:noAutofit/>
        </a:bodyPr>
        <a:lstStyle/>
        <a:p>
          <a:pPr marL="0" lvl="0" indent="0" algn="l" defTabSz="977899">
            <a:lnSpc>
              <a:spcPct val="90000"/>
            </a:lnSpc>
            <a:spcBef>
              <a:spcPts val="0"/>
            </a:spcBef>
            <a:spcAft>
              <a:spcPts val="922"/>
            </a:spcAft>
            <a:buNone/>
            <a:defRPr/>
          </a:pPr>
          <a:r>
            <a:rPr lang="en-US" sz="2200"/>
            <a:t>Keep developing the architecture to meet higher standards and get better results.</a:t>
          </a:r>
          <a:endParaRPr sz="2200"/>
        </a:p>
      </dsp:txBody>
      <dsp:txXfrm>
        <a:off x="42662" y="56590"/>
        <a:ext cx="9418596" cy="788626"/>
      </dsp:txXfrm>
    </dsp:sp>
    <dsp:sp modelId="{95CD72EC-FB81-4512-B59E-9EFA50DD304F}">
      <dsp:nvSpPr>
        <dsp:cNvPr id="1780978831" name=""/>
        <dsp:cNvSpPr/>
      </dsp:nvSpPr>
      <dsp:spPr bwMode="auto">
        <a:xfrm>
          <a:off x="0" y="951241"/>
          <a:ext cx="9503922" cy="873952"/>
        </a:xfrm>
        <a:prstGeom prst="roundRect">
          <a:avLst>
            <a:gd name="adj" fmla="val 16667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3819" tIns="83819" rIns="83819" bIns="83819" numCol="1" spcCol="1268" rtlCol="0" fromWordArt="0" anchor="ctr" anchorCtr="0" forceAA="0" upright="0" compatLnSpc="0">
          <a:noAutofit/>
        </a:bodyPr>
        <a:lstStyle/>
        <a:p>
          <a:pPr marL="0" lvl="0" indent="0" algn="l" defTabSz="977899">
            <a:lnSpc>
              <a:spcPct val="90000"/>
            </a:lnSpc>
            <a:spcBef>
              <a:spcPts val="0"/>
            </a:spcBef>
            <a:spcAft>
              <a:spcPts val="922"/>
            </a:spcAft>
            <a:buNone/>
            <a:defRPr/>
          </a:pPr>
          <a:r>
            <a:rPr lang="en-US" sz="2200"/>
            <a:t>Track all the related work of people implementing the same project with different metrics. </a:t>
          </a:r>
          <a:endParaRPr sz="2200"/>
        </a:p>
      </dsp:txBody>
      <dsp:txXfrm>
        <a:off x="42662" y="993904"/>
        <a:ext cx="9418596" cy="788626"/>
      </dsp:txXfrm>
    </dsp:sp>
    <dsp:sp modelId="{44C7E639-AFB7-408C-A93A-55691056D919}">
      <dsp:nvSpPr>
        <dsp:cNvPr id="1755036863" name=""/>
        <dsp:cNvSpPr/>
      </dsp:nvSpPr>
      <dsp:spPr bwMode="auto">
        <a:xfrm>
          <a:off x="0" y="1888554"/>
          <a:ext cx="9503922" cy="873952"/>
        </a:xfrm>
        <a:prstGeom prst="roundRect">
          <a:avLst>
            <a:gd name="adj" fmla="val 16667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3819" tIns="83819" rIns="83819" bIns="83819" numCol="1" spcCol="1268" rtlCol="0" fromWordArt="0" anchor="ctr" anchorCtr="0" forceAA="0" upright="0" compatLnSpc="0">
          <a:noAutofit/>
        </a:bodyPr>
        <a:lstStyle/>
        <a:p>
          <a:pPr marL="0" lvl="0" indent="0" algn="l" defTabSz="977899">
            <a:lnSpc>
              <a:spcPct val="90000"/>
            </a:lnSpc>
            <a:spcBef>
              <a:spcPts val="0"/>
            </a:spcBef>
            <a:spcAft>
              <a:spcPts val="922"/>
            </a:spcAft>
            <a:buNone/>
            <a:defRPr/>
          </a:pPr>
          <a:r>
            <a:rPr lang="en-US" sz="2200"/>
            <a:t>Publish a scientific paper and join academic competitions.</a:t>
          </a:r>
          <a:endParaRPr sz="2200"/>
        </a:p>
      </dsp:txBody>
      <dsp:txXfrm>
        <a:off x="42662" y="1931216"/>
        <a:ext cx="9418596" cy="788626"/>
      </dsp:txXfrm>
    </dsp:sp>
    <dsp:sp modelId="{CAEB0771-1657-45C3-BDDD-8AA2E81ECE33}">
      <dsp:nvSpPr>
        <dsp:cNvPr id="1991238399" name=""/>
        <dsp:cNvSpPr/>
      </dsp:nvSpPr>
      <dsp:spPr bwMode="auto">
        <a:xfrm>
          <a:off x="0" y="2825867"/>
          <a:ext cx="9503922" cy="873952"/>
        </a:xfrm>
        <a:prstGeom prst="roundRect">
          <a:avLst>
            <a:gd name="adj" fmla="val 1666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83819" tIns="83819" rIns="83819" bIns="83819" numCol="1" spcCol="1268" rtlCol="0" fromWordArt="0" anchor="ctr" anchorCtr="0" forceAA="0" upright="0" compatLnSpc="0">
          <a:noAutofit/>
        </a:bodyPr>
        <a:lstStyle/>
        <a:p>
          <a:pPr marL="0" lvl="0" indent="0" algn="l" defTabSz="977899">
            <a:lnSpc>
              <a:spcPct val="90000"/>
            </a:lnSpc>
            <a:spcBef>
              <a:spcPts val="0"/>
            </a:spcBef>
            <a:spcAft>
              <a:spcPts val="922"/>
            </a:spcAft>
            <a:buNone/>
            <a:defRPr/>
          </a:pPr>
          <a:r>
            <a:rPr lang="en-US" sz="2200"/>
            <a:t>Seek higher and more complex models to implement.</a:t>
          </a:r>
          <a:endParaRPr sz="2200"/>
        </a:p>
      </dsp:txBody>
      <dsp:txXfrm>
        <a:off x="42662" y="2868530"/>
        <a:ext cx="9418596" cy="788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h" for="ch" ptType="node" refPtType="all" refType="none" refFor="self" op="equ" fact="1.000000" val="0"/>
      <dgm:constr type="primFontSz" for="ch" ptType="node" refPtType="all" refType="none" refFor="self" op="equ" fact="1.000000" val="65"/>
      <dgm:constr type="w" for="ch" ptType="sibTrans" refPtType="node" refType="w" refFor="ch" op="equ" fact="0.400000" val="0"/>
      <dgm:constr type="h" for="ch" ptType="sibTrans" refPtType="all" refType="none" refFor="self" op="equ" fact="1.000000" val="0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h" for="self" ptType="all" val="NaN" fact="1.5" max="NaN"/>
          <dgm:rule type="primFontSz" for="self" ptType="all" val="5" fact="NaN" max="NaN"/>
          <dgm:rule type="h" for="self" ptType="all" val="INF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  <dgm:constr type="begPad" for="self" ptType="all" refPtType="all" refType="connDist" refFor="self" op="none" fact="0.250000" val="0"/>
            <dgm:constr type="endPad" for="self" ptType="all" refPtType="all" refType="connDist" refFor="self" op="none" fact="0.220000" val="0"/>
          </dgm:constrLst>
          <dgm:ruleLst/>
          <dgm:layoutNode name="connectorText">
            <dgm:alg type="tx">
              <dgm:param type="autoTxRot" val="grav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h" for="ch" ptType="node" refPtType="all" refType="none" refFor="self" op="equ" fact="1.000000" val="0"/>
      <dgm:constr type="primFontSz" for="ch" ptType="node" refPtType="all" refType="none" refFor="self" op="equ" fact="1.000000" val="65"/>
      <dgm:constr type="w" for="ch" ptType="sibTrans" refPtType="node" refType="w" refFor="ch" op="equ" fact="0.400000" val="0"/>
      <dgm:constr type="h" for="ch" ptType="sibTrans" refPtType="all" refType="none" refFor="self" op="equ" fact="1.000000" val="0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h" for="self" ptType="all" val="NaN" fact="1.5" max="NaN"/>
          <dgm:rule type="primFontSz" for="self" ptType="all" val="5" fact="NaN" max="NaN"/>
          <dgm:rule type="h" for="self" ptType="all" val="INF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  <dgm:constr type="begPad" for="self" ptType="all" refPtType="all" refType="connDist" refFor="self" op="none" fact="0.250000" val="0"/>
            <dgm:constr type="endPad" for="self" ptType="all" refPtType="all" refType="connDist" refFor="self" op="none" fact="0.220000" val="0"/>
          </dgm:constrLst>
          <dgm:ruleLst/>
          <dgm:layoutNode name="connectorText">
            <dgm:alg type="tx">
              <dgm:param type="autoTxRot" val="grav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  <dgm:pt modelId="3" type="node">
          <dgm:prSet phldr="1"/>
        </dgm:pt>
        <dgm:pt modelId="31" type="node">
          <dgm:prSet phldr="1"/>
        </dgm:pt>
        <dgm:pt modelId="3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13" type="parOf" srcId="1" destId="11" srcOrd="0" destOrd="0"/>
        <dgm:cxn modelId="14" type="parOf" srcId="1" destId="12" srcOrd="1" destOrd="0"/>
        <dgm:cxn modelId="23" type="parOf" srcId="2" destId="21" srcOrd="0" destOrd="0"/>
        <dgm:cxn modelId="24" type="parOf" srcId="2" destId="22" srcOrd="1" destOrd="0"/>
        <dgm:cxn modelId="33" type="parOf" srcId="3" destId="31" srcOrd="0" destOrd="0"/>
        <dgm:cxn modelId="34" type="parOf" srcId="3" destId="32" srcOrd="1" destOrd="0"/>
      </dgm:cxnLst>
      <dgm:bg/>
      <dgm:whole/>
    </dgm:dataModel>
  </dgm:sampData>
  <dgm:styleData>
    <dgm:dataModel>
      <dgm:ptLst>
        <dgm:pt modelId="0" type="doc"/>
        <dgm:pt modelId="1" type="node"/>
      </dgm:ptLst>
      <dgm:cxnLst>
        <dgm:cxn modelId="4" type="parOf" srcId="0" destId="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linearFlow">
    <dgm:alg type="lin">
      <dgm:param type="linDir" val="fromT"/>
      <dgm:param type="nodeHorzAlign" val="l"/>
    </dgm:alg>
    <dgm:shape rot="0.000000" type="none" r:blip="" blipPhldr="0" lkTxEntry="0" zOrderOff="0" hideGeom="0">
      <dgm:adjLst/>
    </dgm:shape>
    <dgm:presOf/>
    <dgm:constrLst>
      <dgm:constr type="h" for="ch" forName="composite" ptType="all" refPtType="all" refType="h" refFor="self" op="none" fact="1.000000" val="0"/>
      <dgm:constr type="w" for="ch" forName="composite" ptType="all" refPtType="all" refType="w" refFor="self" op="none" fact="1.000000" val="0"/>
      <dgm:constr type="h" for="des" forName="parentText" ptType="all" refPtType="all" refType="none" refFor="self" op="equ" fact="1.000000" val="0"/>
      <dgm:constr type="h" for="ch" forName="sp" ptType="all" refPtType="all" refType="none" refFor="self" op="none" fact="1.000000" val="-14.880000000000001"/>
      <dgm:constr type="h" for="ch" forName="sp" ptType="all" refPtType="all" refType="w" refFor="des" refForName="parentText" op="gte" fact="-0.300000" val="0"/>
      <dgm:constr type="primFontSz" for="des" forName="parentText" ptType="all" refPtType="all" refType="none" refFor="self" op="equ" fact="1.000000" val="65"/>
      <dgm:constr type="primFontSz" for="des" forName="descendantText" ptType="all" refPtType="all" refType="none" refFor="self" op="equ" fact="1.000000" val="65"/>
    </dgm:constrLst>
    <dgm:ruleLst/>
    <dgm:varLst>
      <dgm:dir val="norm"/>
      <dgm:animLvl val="lvl"/>
      <dgm:resizeHandles val="exact"/>
    </dgm:varLst>
    <dgm:forEach name="Name0" axis="ch" ptType="node">
      <dgm:layoutNode name="composite">
        <dgm:alg type="composite"/>
        <dgm:shape rot="0.000000" type="none" r:blip="" blipPhldr="0" lkTxEntry="0" zOrderOff="0" hideGeom="0">
          <dgm:adjLst/>
        </dgm:shape>
        <dgm:presOf/>
        <dgm:ruleLst/>
        <dgm:choose name="Name1">
          <dgm:if name="Name2" func="var" arg="dir" op="equ" val="norm">
            <dgm:constrLst>
              <dgm:constr type="t" for="ch" forName="parentText" ptType="all" refPtType="all" refType="none" refFor="self" op="none" fact="1.000000" val="0"/>
              <dgm:constr type="l" for="ch" forName="parentText" ptType="all" refPtType="all" refType="none" refFor="self" op="none" fact="1.000000" val="0"/>
              <dgm:constr type="w" for="ch" forName="parentText" ptType="all" refPtType="all" refType="w" refFor="self" op="none" fact="0.400000" val="0"/>
              <dgm:constr type="h" for="ch" forName="parentText" ptType="all" refPtType="all" refType="h" refFor="self" op="none" fact="1.000000" val="0"/>
              <dgm:constr type="w" for="ch" forName="parentText" ptType="all" refPtType="all" refType="w" refFor="self" op="lte" fact="0.500000" val="0"/>
              <dgm:constr type="w" for="ch" forName="parentText" ptType="all" refPtType="all" refType="h" refFor="ch" refForName="parentText" op="lte" fact="0.700000" val="0"/>
              <dgm:constr type="h" for="ch" forName="parentText" ptType="all" refPtType="all" refType="w" refFor="ch" refForName="parentText" op="lte" fact="3.000000" val="0"/>
              <dgm:constr type="l" for="ch" forName="descendantText" ptType="all" refPtType="all" refType="w" refFor="ch" refForName="parentText" op="none" fact="1.000000" val="0"/>
              <dgm:constr type="w" for="ch" forName="descendantText" ptType="all" refPtType="all" refType="w" refFor="self" op="none" fact="1.000000" val="0"/>
              <dgm:constr type="wOff" for="ch" forName="descendantText" ptType="all" refPtType="all" refType="w" refFor="ch" refForName="parentText" op="none" fact="-1.000000" val="0"/>
              <dgm:constr type="t" for="ch" forName="descendantText" ptType="all" refPtType="all" refType="none" refFor="self" op="none" fact="1.000000" val="0"/>
              <dgm:constr type="b" for="ch" forName="descendantText" ptType="all" refPtType="all" refType="h" refFor="ch" refForName="parentText" op="none" fact="1.000000" val="0"/>
              <dgm:constr type="bOff" for="ch" forName="descendantText" ptType="all" refPtType="all" refType="w" refFor="ch" refForName="parentText" op="none" fact="-0.500000" val="0"/>
            </dgm:constrLst>
          </dgm:if>
          <dgm:else name="Name3">
            <dgm:constrLst>
              <dgm:constr type="t" for="ch" forName="parentText" ptType="all" refPtType="all" refType="none" refFor="self" op="none" fact="1.000000" val="0"/>
              <dgm:constr type="r" for="ch" forName="parentText" ptType="all" refPtType="all" refType="w" refFor="self" op="none" fact="1.000000" val="0"/>
              <dgm:constr type="w" for="ch" forName="parentText" ptType="all" refPtType="all" refType="w" refFor="self" op="none" fact="0.400000" val="0"/>
              <dgm:constr type="h" for="ch" forName="parentText" ptType="all" refPtType="all" refType="h" refFor="self" op="none" fact="1.000000" val="0"/>
              <dgm:constr type="w" for="ch" forName="parentText" ptType="all" refPtType="all" refType="w" refFor="self" op="lte" fact="0.500000" val="0"/>
              <dgm:constr type="w" for="ch" forName="parentText" ptType="all" refPtType="all" refType="h" refFor="ch" refForName="parentText" op="lte" fact="0.700000" val="0"/>
              <dgm:constr type="h" for="ch" forName="parentText" ptType="all" refPtType="all" refType="w" refFor="ch" refForName="parentText" op="lte" fact="3.000000" val="0"/>
              <dgm:constr type="l" for="ch" forName="descendantText" ptType="all" refPtType="all" refType="none" refFor="self" op="none" fact="1.000000" val="0"/>
              <dgm:constr type="w" for="ch" forName="descendantText" ptType="all" refPtType="all" refType="w" refFor="self" op="none" fact="1.000000" val="0"/>
              <dgm:constr type="wOff" for="ch" forName="descendantText" ptType="all" refPtType="all" refType="w" refFor="ch" refForName="parentText" op="none" fact="-1.000000" val="0"/>
              <dgm:constr type="t" for="ch" forName="descendantText" ptType="all" refPtType="all" refType="none" refFor="self" op="none" fact="1.000000" val="0"/>
              <dgm:constr type="b" for="ch" forName="descendantText" ptType="all" refPtType="all" refType="h" refFor="ch" refForName="parentText" op="none" fact="1.000000" val="0"/>
              <dgm:constr type="bOff" for="ch" forName="descendantText" ptType="all" refPtType="all" refType="w" refFor="ch" refForName="parentText" op="none" fact="-0.500000" val="0"/>
            </dgm:constrLst>
          </dgm:else>
        </dgm:choose>
        <dgm:layoutNode name="parentText" styleLbl="alignNode1">
          <dgm:alg type="tx"/>
          <dgm:shape rot="90.000000" type="chevron" r:blip="" blipPhldr="0" lkTxEntry="0" zOrderOff="0" hideGeom="0">
            <dgm:adjLst/>
          </dgm:shape>
          <dgm:presOf axis="self" ptType="node"/>
          <dgm:constrLst>
            <dgm:constr type="lMarg" for="self" ptType="all" refPtType="all" refType="primFontSz" refFor="self" op="none" fact="0.050000" val="0"/>
            <dgm:constr type="rMarg" for="self" ptType="all" refPtType="all" refType="primFontSz" refFor="self" op="none" fact="0.050000" val="0"/>
            <dgm:constr type="tMarg" for="self" ptType="all" refPtType="all" refType="primFontSz" refFor="self" op="none" fact="0.050000" val="0"/>
            <dgm:constr type="bMarg" for="self" ptType="all" refPtType="all" refType="primFontSz" refFor="self" op="none" fact="0.050000" val="0"/>
          </dgm:constrLst>
          <dgm:ruleLst>
            <dgm:rule type="h" for="self" ptType="all" val="100" fact="NaN" max="NaN"/>
            <dgm:rule type="primFontSz" for="self" ptType="all" val="24" fact="NaN" max="NaN"/>
            <dgm:rule type="h" for="self" ptType="all" val="110" fact="NaN" max="NaN"/>
            <dgm:rule type="primFontSz" for="self" ptType="all" val="18" fact="NaN" max="NaN"/>
            <dgm:rule type="h" for="self" ptType="all" val="INF" fact="NaN" max="NaN"/>
            <dgm:rule type="primFontSz" for="self" ptType="all" val="5" fact="NaN" max="NaN"/>
          </dgm:ruleLst>
          <dgm:varLst>
            <dgm:chMax val="1"/>
            <dgm:bulletEnabled val="1"/>
          </dgm:varLst>
        </dgm:layoutNode>
        <dgm:layoutNode name="descendantText" styleLbl="alignAcc1">
          <dgm:presOf axis="des" ptType="node"/>
          <dgm:ruleLst>
            <dgm:rule type="primFontSz" for="self" ptType="all" val="5" fact="NaN" max="NaN"/>
          </dgm:ruleLst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rot="90.000000" type="round2SameRect" r:blip="" blipPhldr="0" lkTxEntry="0" zOrderOff="0" hideGeom="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rot="-90.000000" type="round2SameRect" r:blip="" blipPhldr="0" lkTxEntry="0" zOrderOff="0" hideGeom="0">
                <dgm:adjLst/>
              </dgm:shape>
            </dgm:else>
          </dgm:choose>
          <dgm:choose name="Name7">
            <dgm:if name="Name8" func="var" arg="dir" op="equ" val="norm">
              <dgm:constrLst>
                <dgm:constr type="secFontSz" for="self" ptType="all" refPtType="all" refType="primFontSz" refFor="self" op="none" fact="1.00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  <dgm:constr type="rMarg" for="self" ptType="all" refPtType="all" refType="primFontSz" refFor="self" op="none" fact="0.050000" val="0"/>
              </dgm:constrLst>
            </dgm:if>
            <dgm:else name="Name9">
              <dgm:constrLst>
                <dgm:constr type="secFontSz" for="self" ptType="all" refPtType="all" refType="primFontSz" refFor="self" op="none" fact="1.00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  <dgm:constr type="lMarg" for="self" ptType="all" refPtType="all" refType="primFontSz" refFor="self" op="none" fact="0.050000" val="0"/>
              </dgm:constrLst>
            </dgm:else>
          </dgm:choose>
        </dgm:layoutNode>
      </dgm:layoutNode>
      <dgm:forEach name="Name10" axis="followSib" ptType="sibTrans" cnt="1">
        <dgm:layoutNode name="sp">
          <dgm:alg type="sp"/>
          <dgm:shape rot="0.000000" type="none" r:blip="" blipPhldr="0" lkTxEntry="0" zOrderOff="0" hideGeom="0">
            <dgm:adjLst/>
          </dgm:shape>
          <dgm:presOf axis="self"/>
          <dgm:constrLst>
            <dgm:constr type="w" for="self" ptType="all" refPtType="all" refType="none" refFor="self" op="none" fact="1.000000" val="1"/>
            <dgm:constr type="h" for="self" ptType="all" refPtType="all" refType="none" refFor="self" op="none" fact="1.000000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  <dgm:pt modelId="3" type="node">
          <dgm:prSet phldr="1"/>
        </dgm:pt>
        <dgm:pt modelId="31" type="node">
          <dgm:prSet phldr="1"/>
        </dgm:pt>
        <dgm:pt modelId="3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41" type="parOf" srcId="1" destId="11" srcOrd="0" destOrd="0"/>
        <dgm:cxn modelId="42" type="parOf" srcId="1" destId="12" srcOrd="1" destOrd="0"/>
        <dgm:cxn modelId="51" type="parOf" srcId="2" destId="21" srcOrd="0" destOrd="0"/>
        <dgm:cxn modelId="52" type="parOf" srcId="2" destId="22" srcOrd="1" destOrd="0"/>
        <dgm:cxn modelId="61" type="parOf" srcId="3" destId="31" srcOrd="0" destOrd="0"/>
        <dgm:cxn modelId="62" type="parOf" srcId="3" destId="3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12" type="node"/>
        <dgm:pt modelId="2" type="node"/>
        <dgm:pt modelId="21" type="node"/>
        <dgm:pt modelId="22" type="node"/>
        <dgm:pt modelId="3" type="node"/>
        <dgm:pt modelId="31" type="node"/>
        <dgm:pt modelId="32" type="node"/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41" type="parOf" srcId="1" destId="11" srcOrd="0" destOrd="0"/>
        <dgm:cxn modelId="42" type="parOf" srcId="1" destId="12" srcOrd="1" destOrd="0"/>
        <dgm:cxn modelId="51" type="parOf" srcId="2" destId="21" srcOrd="0" destOrd="0"/>
        <dgm:cxn modelId="52" type="parOf" srcId="2" destId="22" srcOrd="1" destOrd="0"/>
        <dgm:cxn modelId="61" type="parOf" srcId="3" destId="31" srcOrd="0" destOrd="0"/>
        <dgm:cxn modelId="62" type="parOf" srcId="3" destId="3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12" type="node"/>
        <dgm:pt modelId="2" type="node"/>
        <dgm:pt modelId="21" type="node"/>
        <dgm:pt modelId="22" type="node"/>
        <dgm:pt modelId="3" type="node"/>
        <dgm:pt modelId="31" type="node"/>
        <dgm:pt modelId="32" type="node"/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41" type="parOf" srcId="1" destId="11" srcOrd="0" destOrd="0"/>
        <dgm:cxn modelId="42" type="parOf" srcId="1" destId="12" srcOrd="1" destOrd="0"/>
        <dgm:cxn modelId="51" type="parOf" srcId="2" destId="21" srcOrd="0" destOrd="0"/>
        <dgm:cxn modelId="52" type="parOf" srcId="2" destId="22" srcOrd="1" destOrd="0"/>
        <dgm:cxn modelId="61" type="parOf" srcId="3" destId="31" srcOrd="0" destOrd="0"/>
        <dgm:cxn modelId="62" type="parOf" srcId="3" destId="32" srcOrd="1" destOrd="0"/>
      </dgm:cxnLst>
      <dgm:bg/>
      <dgm:whole/>
    </dgm:dataModel>
  </dgm:clrData>
  <dgm:layoutNode name="Name0">
    <dgm:alg type="composite"/>
    <dgm:shape rot="0.000000" type="none" r:blip="" blipPhldr="0" lkTxEntry="0" zOrderOff="0" hideGeom="0">
      <dgm:adjLst/>
    </dgm:shape>
    <dgm:presOf/>
    <dgm:ruleLst/>
    <dgm:varLst>
      <dgm:chMax val="7"/>
      <dgm:dir val="norm"/>
      <dgm:animLvl val="lvl"/>
      <dgm:resizeHandles val="exact"/>
    </dgm:varLst>
    <dgm:choose name="Name1">
      <dgm:if name="Name2" func="var" arg="dir" op="equ" val="norm">
        <dgm:choose name="Name3">
          <dgm:if name="Name4" axis="ch" ptType="node" func="cnt" arg="none" op="equ" val="1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b" refFor="ch" refForName="rect1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b" refFor="ch" refForName="rect1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5" axis="ch" ptType="node" func="cnt" arg="none" op="equ" val="2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500000" val="0"/>
              <dgm:constr type="hOff" for="ch" forName="circle2" ptType="all" refPtType="all" refType="h" refFor="ch" refForName="vertSpace2" op="none" fact="-0.50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b" refFor="ch" refForName="rect2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b" refFor="ch" refForName="rect2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6" axis="ch" ptType="node" func="cnt" arg="none" op="equ" val="3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666670" val="0"/>
              <dgm:constr type="hOff" for="ch" forName="circle2" ptType="all" refPtType="all" refType="h" refFor="ch" refForName="vertSpace2" op="none" fact="-0.33333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l" refFor="ch" refForName="space" op="none" fact="1.000000" val="0"/>
              <dgm:constr type="h" for="ch" forName="circle3" ptType="all" refPtType="all" refType="h" refFor="ch" refForName="circle1" op="none" fact="0.333330" val="0"/>
              <dgm:constr type="hOff" for="ch" forName="circle3" ptType="all" refPtType="all" refType="h" refFor="ch" refForName="vertSpace2" op="none" fact="-0.66667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l" for="ch" forName="rect3" ptType="all" refPtType="all" refType="r" refFor="ch" refForName="space" op="none" fact="1.000000" val="0"/>
              <dgm:constr type="r" for="ch" forName="rect3" ptType="all" refPtType="all" refType="w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rect3ParTx" ptType="all" refPtType="all" refType="r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b" refFor="ch" refForName="rect3" op="none" fact="1.000000" val="0"/>
              <dgm:constr type="l" for="ch" forName="rect3ChTx" ptType="all" refPtType="all" refType="r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l" for="ch" forName="rect3ParTxNoCh" ptType="all" refPtType="all" refType="r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b" refFor="ch" refForName="rect3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7" axis="ch" ptType="node" func="cnt" arg="none" op="equ" val="4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750000" val="0"/>
              <dgm:constr type="hOff" for="ch" forName="circle2" ptType="all" refPtType="all" refType="h" refFor="ch" refForName="vertSpace2" op="none" fact="-0.25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l" refFor="ch" refForName="space" op="none" fact="1.000000" val="0"/>
              <dgm:constr type="h" for="ch" forName="circle3" ptType="all" refPtType="all" refType="h" refFor="ch" refForName="circle1" op="none" fact="0.500000" val="0"/>
              <dgm:constr type="hOff" for="ch" forName="circle3" ptType="all" refPtType="all" refType="h" refFor="ch" refForName="vertSpace2" op="none" fact="-0.50000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l" for="ch" forName="rect3" ptType="all" refPtType="all" refType="r" refFor="ch" refForName="space" op="none" fact="1.000000" val="0"/>
              <dgm:constr type="r" for="ch" forName="rect3" ptType="all" refPtType="all" refType="w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l" refFor="ch" refForName="space" op="none" fact="1.000000" val="0"/>
              <dgm:constr type="h" for="ch" forName="circle4" ptType="all" refPtType="all" refType="h" refFor="ch" refForName="circle1" op="none" fact="0.250000" val="0"/>
              <dgm:constr type="hOff" for="ch" forName="circle4" ptType="all" refPtType="all" refType="h" refFor="ch" refForName="vertSpace2" op="none" fact="-0.75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l" for="ch" forName="rect4" ptType="all" refPtType="all" refType="r" refFor="ch" refForName="space" op="none" fact="1.000000" val="0"/>
              <dgm:constr type="r" for="ch" forName="rect4" ptType="all" refPtType="all" refType="w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rect4ParTx" ptType="all" refPtType="all" refType="r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b" refFor="ch" refForName="rect4" op="none" fact="1.000000" val="0"/>
              <dgm:constr type="l" for="ch" forName="rect4ChTx" ptType="all" refPtType="all" refType="r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l" for="ch" forName="rect4ParTxNoCh" ptType="all" refPtType="all" refType="r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b" refFor="ch" refForName="rect4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l" for="ch" forName="rect3ParTx" ptType="all" refPtType="all" refType="r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l" for="ch" forName="rect3ChTx" ptType="all" refPtType="all" refType="r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l" for="ch" forName="rect3ParTxNoCh" ptType="all" refPtType="all" refType="r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8" axis="ch" ptType="node" func="cnt" arg="none" op="equ" val="5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800000" val="0"/>
              <dgm:constr type="hOff" for="ch" forName="circle2" ptType="all" refPtType="all" refType="h" refFor="ch" refForName="vertSpace2" op="none" fact="-0.20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l" refFor="ch" refForName="space" op="none" fact="1.000000" val="0"/>
              <dgm:constr type="h" for="ch" forName="circle3" ptType="all" refPtType="all" refType="h" refFor="ch" refForName="circle1" op="none" fact="0.600000" val="0"/>
              <dgm:constr type="hOff" for="ch" forName="circle3" ptType="all" refPtType="all" refType="h" refFor="ch" refForName="vertSpace2" op="none" fact="-0.40000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l" for="ch" forName="rect3" ptType="all" refPtType="all" refType="r" refFor="ch" refForName="space" op="none" fact="1.000000" val="0"/>
              <dgm:constr type="r" for="ch" forName="rect3" ptType="all" refPtType="all" refType="w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l" refFor="ch" refForName="space" op="none" fact="1.000000" val="0"/>
              <dgm:constr type="h" for="ch" forName="circle4" ptType="all" refPtType="all" refType="h" refFor="ch" refForName="circle1" op="none" fact="0.400000" val="0"/>
              <dgm:constr type="hOff" for="ch" forName="circle4" ptType="all" refPtType="all" refType="h" refFor="ch" refForName="vertSpace2" op="none" fact="-0.60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l" for="ch" forName="rect4" ptType="all" refPtType="all" refType="r" refFor="ch" refForName="space" op="none" fact="1.000000" val="0"/>
              <dgm:constr type="r" for="ch" forName="rect4" ptType="all" refPtType="all" refType="w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l" refFor="ch" refForName="space" op="none" fact="1.000000" val="0"/>
              <dgm:constr type="h" for="ch" forName="circle5" ptType="all" refPtType="all" refType="h" refFor="ch" refForName="circle1" op="none" fact="0.200000" val="0"/>
              <dgm:constr type="hOff" for="ch" forName="circle5" ptType="all" refPtType="all" refType="h" refFor="ch" refForName="vertSpace2" op="none" fact="-0.80000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l" for="ch" forName="rect5" ptType="all" refPtType="all" refType="r" refFor="ch" refForName="space" op="none" fact="1.000000" val="0"/>
              <dgm:constr type="r" for="ch" forName="rect5" ptType="all" refPtType="all" refType="w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l" for="ch" forName="rect5ParTx" ptType="all" refPtType="all" refType="r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b" refFor="ch" refForName="rect5" op="none" fact="1.000000" val="0"/>
              <dgm:constr type="l" for="ch" forName="rect5ChTx" ptType="all" refPtType="all" refType="r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l" for="ch" forName="rect5ParTxNoCh" ptType="all" refPtType="all" refType="r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b" refFor="ch" refForName="rect5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l" for="ch" forName="rect3ParTx" ptType="all" refPtType="all" refType="r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l" for="ch" forName="rect3ChTx" ptType="all" refPtType="all" refType="r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l" for="ch" forName="rect3ParTxNoCh" ptType="all" refPtType="all" refType="r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l" for="ch" forName="rect4ParTx" ptType="all" refPtType="all" refType="r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l" for="ch" forName="rect4ChTx" ptType="all" refPtType="all" refType="r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l" for="ch" forName="rect4ParTxNoCh" ptType="all" refPtType="all" refType="r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9" axis="ch" ptType="node" func="cnt" arg="none" op="equ" val="6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833330" val="0"/>
              <dgm:constr type="hOff" for="ch" forName="circle2" ptType="all" refPtType="all" refType="h" refFor="ch" refForName="vertSpace2" op="none" fact="-0.16667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l" refFor="ch" refForName="space" op="none" fact="1.000000" val="0"/>
              <dgm:constr type="h" for="ch" forName="circle3" ptType="all" refPtType="all" refType="h" refFor="ch" refForName="circle1" op="none" fact="0.666670" val="0"/>
              <dgm:constr type="hOff" for="ch" forName="circle3" ptType="all" refPtType="all" refType="h" refFor="ch" refForName="vertSpace2" op="none" fact="-0.33333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l" for="ch" forName="rect3" ptType="all" refPtType="all" refType="r" refFor="ch" refForName="space" op="none" fact="1.000000" val="0"/>
              <dgm:constr type="r" for="ch" forName="rect3" ptType="all" refPtType="all" refType="w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l" refFor="ch" refForName="space" op="none" fact="1.000000" val="0"/>
              <dgm:constr type="h" for="ch" forName="circle4" ptType="all" refPtType="all" refType="h" refFor="ch" refForName="circle1" op="none" fact="0.500000" val="0"/>
              <dgm:constr type="hOff" for="ch" forName="circle4" ptType="all" refPtType="all" refType="h" refFor="ch" refForName="vertSpace2" op="none" fact="-0.50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l" for="ch" forName="rect4" ptType="all" refPtType="all" refType="r" refFor="ch" refForName="space" op="none" fact="1.000000" val="0"/>
              <dgm:constr type="r" for="ch" forName="rect4" ptType="all" refPtType="all" refType="w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l" refFor="ch" refForName="space" op="none" fact="1.000000" val="0"/>
              <dgm:constr type="h" for="ch" forName="circle5" ptType="all" refPtType="all" refType="h" refFor="ch" refForName="circle1" op="none" fact="0.333330" val="0"/>
              <dgm:constr type="hOff" for="ch" forName="circle5" ptType="all" refPtType="all" refType="h" refFor="ch" refForName="vertSpace2" op="none" fact="-0.66667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l" for="ch" forName="rect5" ptType="all" refPtType="all" refType="r" refFor="ch" refForName="space" op="none" fact="1.000000" val="0"/>
              <dgm:constr type="r" for="ch" forName="rect5" ptType="all" refPtType="all" refType="w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l" for="ch" forName="vertSpace6" ptType="all" refPtType="all" refType="none" refFor="self" op="none" fact="1.000000" val="0"/>
              <dgm:constr type="w" for="ch" forName="vertSpace6" ptType="all" refPtType="all" refType="w" refFor="self" op="none" fact="1.000000" val="0"/>
              <dgm:constr type="h" for="ch" forName="vertSpace6" ptType="all" refPtType="all" refType="h" refFor="ch" refForName="vertSpace5" op="none" fact="1.000000" val="0"/>
              <dgm:constr type="b" for="ch" forName="vertSpace6" ptType="all" refPtType="all" refType="t" refFor="ch" refForName="vertSpace5" op="none" fact="1.000000" val="0"/>
              <dgm:constr type="ctrX" for="ch" forName="circle6" ptType="all" refPtType="all" refType="l" refFor="ch" refForName="space" op="none" fact="1.000000" val="0"/>
              <dgm:constr type="h" for="ch" forName="circle6" ptType="all" refPtType="all" refType="h" refFor="ch" refForName="circle1" op="none" fact="0.166670" val="0"/>
              <dgm:constr type="hOff" for="ch" forName="circle6" ptType="all" refPtType="all" refType="h" refFor="ch" refForName="vertSpace2" op="none" fact="-0.833330" val="0"/>
              <dgm:constr type="w" for="ch" forName="circle6" ptType="all" refPtType="all" refType="h" refFor="ch" refForName="circle6" op="equ" fact="1.000000" val="0"/>
              <dgm:constr type="wOff" for="ch" forName="circle6" ptType="all" refPtType="all" refType="hOff" refFor="ch" refForName="circle6" op="equ" fact="1.000000" val="0"/>
              <dgm:constr type="b" for="ch" forName="circle6" ptType="all" refPtType="all" refType="t" refFor="ch" refForName="vertSpace6" op="none" fact="1.000000" val="0"/>
              <dgm:constr type="l" for="ch" forName="rect6" ptType="all" refPtType="all" refType="r" refFor="ch" refForName="space" op="none" fact="1.000000" val="0"/>
              <dgm:constr type="r" for="ch" forName="rect6" ptType="all" refPtType="all" refType="w" refFor="self" op="none" fact="1.000000" val="0"/>
              <dgm:constr type="h" for="ch" forName="rect6" ptType="all" refPtType="all" refType="h" refFor="ch" refForName="circle6" op="none" fact="1.000000" val="0"/>
              <dgm:constr type="hOff" for="ch" forName="rect6" ptType="all" refPtType="all" refType="hOff" refFor="ch" refForName="circle6" op="none" fact="1.000000" val="0"/>
              <dgm:constr type="b" for="ch" forName="rect6" ptType="all" refPtType="all" refType="b" refFor="ch" refForName="circle6" op="none" fact="1.000000" val="0"/>
              <dgm:constr type="l" for="ch" forName="rect6ParTx" ptType="all" refPtType="all" refType="r" refFor="ch" refForName="space" op="none" fact="1.000000" val="0"/>
              <dgm:constr type="w" for="ch" forName="rect6ParTx" ptType="all" refPtType="all" refType="w" refFor="ch" refForName="rect6" op="none" fact="0.500000" val="0"/>
              <dgm:constr type="t" for="ch" forName="rect6ParTx" ptType="all" refPtType="all" refType="t" refFor="ch" refForName="rect6" op="none" fact="1.000000" val="0"/>
              <dgm:constr type="b" for="ch" forName="rect6ParTx" ptType="all" refPtType="all" refType="b" refFor="ch" refForName="rect6" op="none" fact="1.000000" val="0"/>
              <dgm:constr type="l" for="ch" forName="rect6ChTx" ptType="all" refPtType="all" refType="r" refFor="ch" refForName="rect6ParTx" op="none" fact="1.000000" val="0"/>
              <dgm:constr type="w" for="ch" forName="rect6ChTx" ptType="all" refPtType="all" refType="w" refFor="ch" refForName="rect6ParTx" op="none" fact="1.000000" val="0"/>
              <dgm:constr type="t" for="ch" forName="rect6ChTx" ptType="all" refPtType="all" refType="t" refFor="ch" refForName="rect6ParTx" op="none" fact="1.000000" val="0"/>
              <dgm:constr type="b" for="ch" forName="rect6ChTx" ptType="all" refPtType="all" refType="b" refFor="ch" refForName="rect6ParTx" op="none" fact="1.000000" val="0"/>
              <dgm:constr type="l" for="ch" forName="rect6ParTxNoCh" ptType="all" refPtType="all" refType="r" refFor="ch" refForName="space" op="none" fact="1.000000" val="0"/>
              <dgm:constr type="w" for="ch" forName="rect6ParTxNoCh" ptType="all" refPtType="all" refType="w" refFor="ch" refForName="rect6" op="none" fact="1.000000" val="0"/>
              <dgm:constr type="t" for="ch" forName="rect6ParTxNoCh" ptType="all" refPtType="all" refType="t" refFor="ch" refForName="rect6" op="none" fact="1.000000" val="0"/>
              <dgm:constr type="b" for="ch" forName="rect6ParTxNoCh" ptType="all" refPtType="all" refType="b" refFor="ch" refForName="rect6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l" for="ch" forName="rect3ParTx" ptType="all" refPtType="all" refType="r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l" for="ch" forName="rect3ChTx" ptType="all" refPtType="all" refType="r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l" for="ch" forName="rect3ParTxNoCh" ptType="all" refPtType="all" refType="r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l" for="ch" forName="rect4ParTx" ptType="all" refPtType="all" refType="r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l" for="ch" forName="rect4ChTx" ptType="all" refPtType="all" refType="r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l" for="ch" forName="rect4ParTxNoCh" ptType="all" refPtType="all" refType="r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l" for="ch" forName="rect5ParTx" ptType="all" refPtType="all" refType="r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t" refFor="ch" refForName="rect6" op="none" fact="1.000000" val="0"/>
              <dgm:constr type="l" for="ch" forName="rect5ChTx" ptType="all" refPtType="all" refType="r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l" for="ch" forName="rect5ParTxNoCh" ptType="all" refPtType="all" refType="r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t" refFor="ch" refForName="rect6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0" axis="ch" ptType="node" func="cnt" arg="none" op="gte" val="7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l" for="ch" forName="circle1" ptType="all" refPtType="all" refType="none" refFor="self" op="none" fact="1.000000" val="0"/>
              <dgm:constr type="ctrY" for="ch" forName="circle1" ptType="all" refPtType="all" refType="h" refFor="self" op="none" fact="0.500000" val="0"/>
              <dgm:constr type="l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l" for="ch" forName="rect1" ptType="all" refPtType="all" refType="r" refFor="ch" refForName="space" op="none" fact="1.000000" val="0"/>
              <dgm:constr type="r" for="ch" forName="rect1" ptType="all" refPtType="all" refType="w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l" refFor="ch" refForName="space" op="none" fact="1.000000" val="0"/>
              <dgm:constr type="h" for="ch" forName="circle2" ptType="all" refPtType="all" refType="h" refFor="ch" refForName="circle1" op="none" fact="0.857140" val="0"/>
              <dgm:constr type="hOff" for="ch" forName="circle2" ptType="all" refPtType="all" refType="h" refFor="ch" refForName="vertSpace2" op="none" fact="-0.14286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l" for="ch" forName="rect2" ptType="all" refPtType="all" refType="r" refFor="ch" refForName="space" op="none" fact="1.000000" val="0"/>
              <dgm:constr type="r" for="ch" forName="rect2" ptType="all" refPtType="all" refType="w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l" refFor="ch" refForName="space" op="none" fact="1.000000" val="0"/>
              <dgm:constr type="h" for="ch" forName="circle3" ptType="all" refPtType="all" refType="h" refFor="ch" refForName="circle1" op="none" fact="0.714290" val="0"/>
              <dgm:constr type="hOff" for="ch" forName="circle3" ptType="all" refPtType="all" refType="h" refFor="ch" refForName="vertSpace2" op="none" fact="-0.28571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l" for="ch" forName="rect3" ptType="all" refPtType="all" refType="r" refFor="ch" refForName="space" op="none" fact="1.000000" val="0"/>
              <dgm:constr type="r" for="ch" forName="rect3" ptType="all" refPtType="all" refType="w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l" refFor="ch" refForName="space" op="none" fact="1.000000" val="0"/>
              <dgm:constr type="h" for="ch" forName="circle4" ptType="all" refPtType="all" refType="h" refFor="ch" refForName="circle1" op="none" fact="0.571430" val="0"/>
              <dgm:constr type="hOff" for="ch" forName="circle4" ptType="all" refPtType="all" refType="h" refFor="ch" refForName="vertSpace2" op="none" fact="-0.42857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l" for="ch" forName="rect4" ptType="all" refPtType="all" refType="r" refFor="ch" refForName="space" op="none" fact="1.000000" val="0"/>
              <dgm:constr type="r" for="ch" forName="rect4" ptType="all" refPtType="all" refType="w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l" refFor="ch" refForName="space" op="none" fact="1.000000" val="0"/>
              <dgm:constr type="h" for="ch" forName="circle5" ptType="all" refPtType="all" refType="h" refFor="ch" refForName="circle1" op="none" fact="0.428570" val="0"/>
              <dgm:constr type="hOff" for="ch" forName="circle5" ptType="all" refPtType="all" refType="h" refFor="ch" refForName="vertSpace2" op="none" fact="-0.57143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l" for="ch" forName="rect5" ptType="all" refPtType="all" refType="r" refFor="ch" refForName="space" op="none" fact="1.000000" val="0"/>
              <dgm:constr type="r" for="ch" forName="rect5" ptType="all" refPtType="all" refType="w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l" for="ch" forName="vertSpace6" ptType="all" refPtType="all" refType="none" refFor="self" op="none" fact="1.000000" val="0"/>
              <dgm:constr type="w" for="ch" forName="vertSpace6" ptType="all" refPtType="all" refType="w" refFor="self" op="none" fact="1.000000" val="0"/>
              <dgm:constr type="h" for="ch" forName="vertSpace6" ptType="all" refPtType="all" refType="h" refFor="ch" refForName="vertSpace5" op="none" fact="1.000000" val="0"/>
              <dgm:constr type="b" for="ch" forName="vertSpace6" ptType="all" refPtType="all" refType="t" refFor="ch" refForName="vertSpace5" op="none" fact="1.000000" val="0"/>
              <dgm:constr type="ctrX" for="ch" forName="circle6" ptType="all" refPtType="all" refType="l" refFor="ch" refForName="space" op="none" fact="1.000000" val="0"/>
              <dgm:constr type="h" for="ch" forName="circle6" ptType="all" refPtType="all" refType="h" refFor="ch" refForName="circle1" op="none" fact="0.285710" val="0"/>
              <dgm:constr type="hOff" for="ch" forName="circle6" ptType="all" refPtType="all" refType="h" refFor="ch" refForName="vertSpace2" op="none" fact="-0.714290" val="0"/>
              <dgm:constr type="w" for="ch" forName="circle6" ptType="all" refPtType="all" refType="h" refFor="ch" refForName="circle6" op="equ" fact="1.000000" val="0"/>
              <dgm:constr type="wOff" for="ch" forName="circle6" ptType="all" refPtType="all" refType="hOff" refFor="ch" refForName="circle6" op="equ" fact="1.000000" val="0"/>
              <dgm:constr type="b" for="ch" forName="circle6" ptType="all" refPtType="all" refType="t" refFor="ch" refForName="vertSpace6" op="none" fact="1.000000" val="0"/>
              <dgm:constr type="l" for="ch" forName="rect6" ptType="all" refPtType="all" refType="r" refFor="ch" refForName="space" op="none" fact="1.000000" val="0"/>
              <dgm:constr type="r" for="ch" forName="rect6" ptType="all" refPtType="all" refType="w" refFor="self" op="none" fact="1.000000" val="0"/>
              <dgm:constr type="h" for="ch" forName="rect6" ptType="all" refPtType="all" refType="h" refFor="ch" refForName="circle6" op="none" fact="1.000000" val="0"/>
              <dgm:constr type="hOff" for="ch" forName="rect6" ptType="all" refPtType="all" refType="hOff" refFor="ch" refForName="circle6" op="none" fact="1.000000" val="0"/>
              <dgm:constr type="b" for="ch" forName="rect6" ptType="all" refPtType="all" refType="b" refFor="ch" refForName="circle6" op="none" fact="1.000000" val="0"/>
              <dgm:constr type="l" for="ch" forName="vertSpace7" ptType="all" refPtType="all" refType="none" refFor="self" op="none" fact="1.000000" val="0"/>
              <dgm:constr type="w" for="ch" forName="vertSpace7" ptType="all" refPtType="all" refType="w" refFor="self" op="none" fact="1.000000" val="0"/>
              <dgm:constr type="h" for="ch" forName="vertSpace7" ptType="all" refPtType="all" refType="h" refFor="ch" refForName="vertSpace6" op="none" fact="1.000000" val="0"/>
              <dgm:constr type="b" for="ch" forName="vertSpace7" ptType="all" refPtType="all" refType="t" refFor="ch" refForName="vertSpace6" op="none" fact="1.000000" val="0"/>
              <dgm:constr type="ctrX" for="ch" forName="circle7" ptType="all" refPtType="all" refType="l" refFor="ch" refForName="space" op="none" fact="1.000000" val="0"/>
              <dgm:constr type="h" for="ch" forName="circle7" ptType="all" refPtType="all" refType="h" refFor="ch" refForName="circle1" op="none" fact="0.142860" val="0"/>
              <dgm:constr type="hOff" for="ch" forName="circle7" ptType="all" refPtType="all" refType="h" refFor="ch" refForName="vertSpace2" op="none" fact="-0.857140" val="0"/>
              <dgm:constr type="w" for="ch" forName="circle7" ptType="all" refPtType="all" refType="h" refFor="ch" refForName="circle7" op="equ" fact="1.000000" val="0"/>
              <dgm:constr type="wOff" for="ch" forName="circle7" ptType="all" refPtType="all" refType="hOff" refFor="ch" refForName="circle7" op="equ" fact="1.000000" val="0"/>
              <dgm:constr type="b" for="ch" forName="circle7" ptType="all" refPtType="all" refType="t" refFor="ch" refForName="vertSpace7" op="none" fact="1.000000" val="0"/>
              <dgm:constr type="l" for="ch" forName="rect7" ptType="all" refPtType="all" refType="r" refFor="ch" refForName="space" op="none" fact="1.000000" val="0"/>
              <dgm:constr type="r" for="ch" forName="rect7" ptType="all" refPtType="all" refType="w" refFor="self" op="none" fact="1.000000" val="0"/>
              <dgm:constr type="h" for="ch" forName="rect7" ptType="all" refPtType="all" refType="h" refFor="ch" refForName="circle7" op="none" fact="1.000000" val="0"/>
              <dgm:constr type="hOff" for="ch" forName="rect7" ptType="all" refPtType="all" refType="hOff" refFor="ch" refForName="circle7" op="none" fact="1.000000" val="0"/>
              <dgm:constr type="b" for="ch" forName="rect7" ptType="all" refPtType="all" refType="b" refFor="ch" refForName="circle7" op="none" fact="1.000000" val="0"/>
              <dgm:constr type="l" for="ch" forName="rect7ParTx" ptType="all" refPtType="all" refType="r" refFor="ch" refForName="space" op="none" fact="1.000000" val="0"/>
              <dgm:constr type="w" for="ch" forName="rect7ParTx" ptType="all" refPtType="all" refType="w" refFor="ch" refForName="rect7" op="none" fact="0.500000" val="0"/>
              <dgm:constr type="t" for="ch" forName="rect7ParTx" ptType="all" refPtType="all" refType="t" refFor="ch" refForName="rect7" op="none" fact="1.000000" val="0"/>
              <dgm:constr type="b" for="ch" forName="rect7ParTx" ptType="all" refPtType="all" refType="b" refFor="ch" refForName="rect7" op="none" fact="1.000000" val="0"/>
              <dgm:constr type="l" for="ch" forName="rect7ChTx" ptType="all" refPtType="all" refType="r" refFor="ch" refForName="rect7ParTx" op="none" fact="1.000000" val="0"/>
              <dgm:constr type="w" for="ch" forName="rect7ChTx" ptType="all" refPtType="all" refType="w" refFor="ch" refForName="rect7ParTx" op="none" fact="1.000000" val="0"/>
              <dgm:constr type="t" for="ch" forName="rect7ChTx" ptType="all" refPtType="all" refType="t" refFor="ch" refForName="rect7ParTx" op="none" fact="1.000000" val="0"/>
              <dgm:constr type="b" for="ch" forName="rect7ChTx" ptType="all" refPtType="all" refType="b" refFor="ch" refForName="rect7ParTx" op="none" fact="1.000000" val="0"/>
              <dgm:constr type="l" for="ch" forName="rect7ParTxNoCh" ptType="all" refPtType="all" refType="r" refFor="ch" refForName="space" op="none" fact="1.000000" val="0"/>
              <dgm:constr type="w" for="ch" forName="rect7ParTxNoCh" ptType="all" refPtType="all" refType="w" refFor="ch" refForName="rect7" op="none" fact="1.000000" val="0"/>
              <dgm:constr type="t" for="ch" forName="rect7ParTxNoCh" ptType="all" refPtType="all" refType="t" refFor="ch" refForName="rect7" op="none" fact="1.000000" val="0"/>
              <dgm:constr type="b" for="ch" forName="rect7ParTxNoCh" ptType="all" refPtType="all" refType="b" refFor="ch" refForName="rect7" op="none" fact="1.000000" val="0"/>
              <dgm:constr type="l" for="ch" forName="rect1ParTx" ptType="all" refPtType="all" refType="r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l" for="ch" forName="rect1ChTx" ptType="all" refPtType="all" refType="r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l" for="ch" forName="rect1ParTxNoCh" ptType="all" refPtType="all" refType="r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l" for="ch" forName="rect2ParTx" ptType="all" refPtType="all" refType="r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l" for="ch" forName="rect2ChTx" ptType="all" refPtType="all" refType="r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l" for="ch" forName="rect2ParTxNoCh" ptType="all" refPtType="all" refType="r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l" for="ch" forName="rect3ParTx" ptType="all" refPtType="all" refType="r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l" for="ch" forName="rect3ChTx" ptType="all" refPtType="all" refType="r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l" for="ch" forName="rect3ParTxNoCh" ptType="all" refPtType="all" refType="r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l" for="ch" forName="rect4ParTx" ptType="all" refPtType="all" refType="r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l" for="ch" forName="rect4ChTx" ptType="all" refPtType="all" refType="r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l" for="ch" forName="rect4ParTxNoCh" ptType="all" refPtType="all" refType="r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l" for="ch" forName="rect5ParTx" ptType="all" refPtType="all" refType="r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t" refFor="ch" refForName="rect6" op="none" fact="1.000000" val="0"/>
              <dgm:constr type="l" for="ch" forName="rect5ChTx" ptType="all" refPtType="all" refType="r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l" for="ch" forName="rect5ParTxNoCh" ptType="all" refPtType="all" refType="r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t" refFor="ch" refForName="rect6" op="none" fact="1.000000" val="0"/>
              <dgm:constr type="l" for="ch" forName="rect6ParTx" ptType="all" refPtType="all" refType="r" refFor="ch" refForName="space" op="none" fact="1.000000" val="0"/>
              <dgm:constr type="w" for="ch" forName="rect6ParTx" ptType="all" refPtType="all" refType="w" refFor="ch" refForName="rect6" op="none" fact="0.500000" val="0"/>
              <dgm:constr type="t" for="ch" forName="rect6ParTx" ptType="all" refPtType="all" refType="t" refFor="ch" refForName="rect6" op="none" fact="1.000000" val="0"/>
              <dgm:constr type="b" for="ch" forName="rect6ParTx" ptType="all" refPtType="all" refType="t" refFor="ch" refForName="rect7" op="none" fact="1.000000" val="0"/>
              <dgm:constr type="l" for="ch" forName="rect6ChTx" ptType="all" refPtType="all" refType="r" refFor="ch" refForName="rect6ParTx" op="none" fact="1.000000" val="0"/>
              <dgm:constr type="w" for="ch" forName="rect6ChTx" ptType="all" refPtType="all" refType="w" refFor="ch" refForName="rect6ParTx" op="none" fact="1.000000" val="0"/>
              <dgm:constr type="t" for="ch" forName="rect6ChTx" ptType="all" refPtType="all" refType="t" refFor="ch" refForName="rect6ParTx" op="none" fact="1.000000" val="0"/>
              <dgm:constr type="b" for="ch" forName="rect6ChTx" ptType="all" refPtType="all" refType="b" refFor="ch" refForName="rect6ParTx" op="none" fact="1.000000" val="0"/>
              <dgm:constr type="l" for="ch" forName="rect6ParTxNoCh" ptType="all" refPtType="all" refType="r" refFor="ch" refForName="space" op="none" fact="1.000000" val="0"/>
              <dgm:constr type="w" for="ch" forName="rect6ParTxNoCh" ptType="all" refPtType="all" refType="w" refFor="ch" refForName="rect6" op="none" fact="1.000000" val="0"/>
              <dgm:constr type="t" for="ch" forName="rect6ParTxNoCh" ptType="all" refPtType="all" refType="t" refFor="ch" refForName="rect6" op="none" fact="1.000000" val="0"/>
              <dgm:constr type="b" for="ch" forName="rect6ParTxNoCh" ptType="all" refPtType="all" refType="t" refFor="ch" refForName="rect7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arg="none" op="equ" val="1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b" refFor="ch" refForName="rect1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b" refFor="ch" refForName="rect1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5" axis="ch" ptType="node" func="cnt" arg="none" op="equ" val="2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500000" val="0"/>
              <dgm:constr type="hOff" for="ch" forName="circle2" ptType="all" refPtType="all" refType="h" refFor="ch" refForName="vertSpace2" op="none" fact="-0.50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b" refFor="ch" refForName="rect2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b" refFor="ch" refForName="rect2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6" axis="ch" ptType="node" func="cnt" arg="none" op="equ" val="3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666670" val="0"/>
              <dgm:constr type="hOff" for="ch" forName="circle2" ptType="all" refPtType="all" refType="h" refFor="ch" refForName="vertSpace2" op="none" fact="-0.33333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r" refFor="ch" refForName="space" op="none" fact="1.000000" val="0"/>
              <dgm:constr type="h" for="ch" forName="circle3" ptType="all" refPtType="all" refType="h" refFor="ch" refForName="circle1" op="none" fact="0.333330" val="0"/>
              <dgm:constr type="hOff" for="ch" forName="circle3" ptType="all" refPtType="all" refType="h" refFor="ch" refForName="vertSpace2" op="none" fact="-0.66667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r" for="ch" forName="rect3" ptType="all" refPtType="all" refType="l" refFor="ch" refForName="space" op="none" fact="1.000000" val="0"/>
              <dgm:constr type="l" for="ch" forName="rect3" ptType="all" refPtType="all" refType="none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r" for="ch" forName="rect3ParTx" ptType="all" refPtType="all" refType="l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b" refFor="ch" refForName="rect3" op="none" fact="1.000000" val="0"/>
              <dgm:constr type="r" for="ch" forName="rect3ChTx" ptType="all" refPtType="all" refType="l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r" for="ch" forName="rect3ParTxNoCh" ptType="all" refPtType="all" refType="l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b" refFor="ch" refForName="rect3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7" axis="ch" ptType="node" func="cnt" arg="none" op="equ" val="4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750000" val="0"/>
              <dgm:constr type="hOff" for="ch" forName="circle2" ptType="all" refPtType="all" refType="h" refFor="ch" refForName="vertSpace2" op="none" fact="-0.25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r" refFor="ch" refForName="space" op="none" fact="1.000000" val="0"/>
              <dgm:constr type="h" for="ch" forName="circle3" ptType="all" refPtType="all" refType="h" refFor="ch" refForName="circle1" op="none" fact="0.500000" val="0"/>
              <dgm:constr type="hOff" for="ch" forName="circle3" ptType="all" refPtType="all" refType="h" refFor="ch" refForName="vertSpace2" op="none" fact="-0.50000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r" for="ch" forName="rect3" ptType="all" refPtType="all" refType="l" refFor="ch" refForName="space" op="none" fact="1.000000" val="0"/>
              <dgm:constr type="l" for="ch" forName="rect3" ptType="all" refPtType="all" refType="none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r" refFor="ch" refForName="space" op="none" fact="1.000000" val="0"/>
              <dgm:constr type="h" for="ch" forName="circle4" ptType="all" refPtType="all" refType="h" refFor="ch" refForName="circle1" op="none" fact="0.250000" val="0"/>
              <dgm:constr type="hOff" for="ch" forName="circle4" ptType="all" refPtType="all" refType="h" refFor="ch" refForName="vertSpace2" op="none" fact="-0.75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r" for="ch" forName="rect4" ptType="all" refPtType="all" refType="l" refFor="ch" refForName="space" op="none" fact="1.000000" val="0"/>
              <dgm:constr type="l" for="ch" forName="rect4" ptType="all" refPtType="all" refType="none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r" for="ch" forName="rect4ParTx" ptType="all" refPtType="all" refType="l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b" refFor="ch" refForName="rect4" op="none" fact="1.000000" val="0"/>
              <dgm:constr type="r" for="ch" forName="rect4ChTx" ptType="all" refPtType="all" refType="l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r" for="ch" forName="rect4ParTxNoCh" ptType="all" refPtType="all" refType="l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b" refFor="ch" refForName="rect4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r" for="ch" forName="rect3ParTx" ptType="all" refPtType="all" refType="l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r" for="ch" forName="rect3ChTx" ptType="all" refPtType="all" refType="l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r" for="ch" forName="rect3ParTxNoCh" ptType="all" refPtType="all" refType="l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8" axis="ch" ptType="node" func="cnt" arg="none" op="equ" val="5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800000" val="0"/>
              <dgm:constr type="hOff" for="ch" forName="circle2" ptType="all" refPtType="all" refType="h" refFor="ch" refForName="vertSpace2" op="none" fact="-0.20000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r" refFor="ch" refForName="space" op="none" fact="1.000000" val="0"/>
              <dgm:constr type="h" for="ch" forName="circle3" ptType="all" refPtType="all" refType="h" refFor="ch" refForName="circle1" op="none" fact="0.600000" val="0"/>
              <dgm:constr type="hOff" for="ch" forName="circle3" ptType="all" refPtType="all" refType="h" refFor="ch" refForName="vertSpace2" op="none" fact="-0.40000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r" for="ch" forName="rect3" ptType="all" refPtType="all" refType="l" refFor="ch" refForName="space" op="none" fact="1.000000" val="0"/>
              <dgm:constr type="l" for="ch" forName="rect3" ptType="all" refPtType="all" refType="none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r" refFor="ch" refForName="space" op="none" fact="1.000000" val="0"/>
              <dgm:constr type="h" for="ch" forName="circle4" ptType="all" refPtType="all" refType="h" refFor="ch" refForName="circle1" op="none" fact="0.400000" val="0"/>
              <dgm:constr type="hOff" for="ch" forName="circle4" ptType="all" refPtType="all" refType="h" refFor="ch" refForName="vertSpace2" op="none" fact="-0.60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r" for="ch" forName="rect4" ptType="all" refPtType="all" refType="l" refFor="ch" refForName="space" op="none" fact="1.000000" val="0"/>
              <dgm:constr type="l" for="ch" forName="rect4" ptType="all" refPtType="all" refType="none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r" refFor="ch" refForName="space" op="none" fact="1.000000" val="0"/>
              <dgm:constr type="h" for="ch" forName="circle5" ptType="all" refPtType="all" refType="h" refFor="ch" refForName="circle1" op="none" fact="0.200000" val="0"/>
              <dgm:constr type="hOff" for="ch" forName="circle5" ptType="all" refPtType="all" refType="h" refFor="ch" refForName="vertSpace2" op="none" fact="-0.80000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r" for="ch" forName="rect5" ptType="all" refPtType="all" refType="l" refFor="ch" refForName="space" op="none" fact="1.000000" val="0"/>
              <dgm:constr type="l" for="ch" forName="rect5" ptType="all" refPtType="all" refType="none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r" for="ch" forName="rect5ParTx" ptType="all" refPtType="all" refType="l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b" refFor="ch" refForName="rect5" op="none" fact="1.000000" val="0"/>
              <dgm:constr type="r" for="ch" forName="rect5ChTx" ptType="all" refPtType="all" refType="l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r" for="ch" forName="rect5ParTxNoCh" ptType="all" refPtType="all" refType="l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b" refFor="ch" refForName="rect5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r" for="ch" forName="rect3ParTx" ptType="all" refPtType="all" refType="l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r" for="ch" forName="rect3ChTx" ptType="all" refPtType="all" refType="l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r" for="ch" forName="rect3ParTxNoCh" ptType="all" refPtType="all" refType="l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r" for="ch" forName="rect4ParTx" ptType="all" refPtType="all" refType="l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r" for="ch" forName="rect4ChTx" ptType="all" refPtType="all" refType="l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r" for="ch" forName="rect4ParTxNoCh" ptType="all" refPtType="all" refType="l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19" axis="ch" ptType="node" func="cnt" arg="none" op="equ" val="6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833330" val="0"/>
              <dgm:constr type="hOff" for="ch" forName="circle2" ptType="all" refPtType="all" refType="h" refFor="ch" refForName="vertSpace2" op="none" fact="-0.16667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r" refFor="ch" refForName="space" op="none" fact="1.000000" val="0"/>
              <dgm:constr type="h" for="ch" forName="circle3" ptType="all" refPtType="all" refType="h" refFor="ch" refForName="circle1" op="none" fact="0.666670" val="0"/>
              <dgm:constr type="hOff" for="ch" forName="circle3" ptType="all" refPtType="all" refType="h" refFor="ch" refForName="vertSpace2" op="none" fact="-0.33333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r" for="ch" forName="rect3" ptType="all" refPtType="all" refType="l" refFor="ch" refForName="space" op="none" fact="1.000000" val="0"/>
              <dgm:constr type="l" for="ch" forName="rect3" ptType="all" refPtType="all" refType="none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r" refFor="ch" refForName="space" op="none" fact="1.000000" val="0"/>
              <dgm:constr type="h" for="ch" forName="circle4" ptType="all" refPtType="all" refType="h" refFor="ch" refForName="circle1" op="none" fact="0.500000" val="0"/>
              <dgm:constr type="hOff" for="ch" forName="circle4" ptType="all" refPtType="all" refType="h" refFor="ch" refForName="vertSpace2" op="none" fact="-0.50000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r" for="ch" forName="rect4" ptType="all" refPtType="all" refType="l" refFor="ch" refForName="space" op="none" fact="1.000000" val="0"/>
              <dgm:constr type="l" for="ch" forName="rect4" ptType="all" refPtType="all" refType="none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r" refFor="ch" refForName="space" op="none" fact="1.000000" val="0"/>
              <dgm:constr type="h" for="ch" forName="circle5" ptType="all" refPtType="all" refType="h" refFor="ch" refForName="circle1" op="none" fact="0.333330" val="0"/>
              <dgm:constr type="hOff" for="ch" forName="circle5" ptType="all" refPtType="all" refType="h" refFor="ch" refForName="vertSpace2" op="none" fact="-0.66667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r" for="ch" forName="rect5" ptType="all" refPtType="all" refType="l" refFor="ch" refForName="space" op="none" fact="1.000000" val="0"/>
              <dgm:constr type="l" for="ch" forName="rect5" ptType="all" refPtType="all" refType="none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l" for="ch" forName="vertSpace6" ptType="all" refPtType="all" refType="none" refFor="self" op="none" fact="1.000000" val="0"/>
              <dgm:constr type="w" for="ch" forName="vertSpace6" ptType="all" refPtType="all" refType="w" refFor="self" op="none" fact="1.000000" val="0"/>
              <dgm:constr type="h" for="ch" forName="vertSpace6" ptType="all" refPtType="all" refType="h" refFor="ch" refForName="vertSpace5" op="none" fact="1.000000" val="0"/>
              <dgm:constr type="b" for="ch" forName="vertSpace6" ptType="all" refPtType="all" refType="t" refFor="ch" refForName="vertSpace5" op="none" fact="1.000000" val="0"/>
              <dgm:constr type="ctrX" for="ch" forName="circle6" ptType="all" refPtType="all" refType="r" refFor="ch" refForName="space" op="none" fact="1.000000" val="0"/>
              <dgm:constr type="h" for="ch" forName="circle6" ptType="all" refPtType="all" refType="h" refFor="ch" refForName="circle1" op="none" fact="0.166670" val="0"/>
              <dgm:constr type="hOff" for="ch" forName="circle6" ptType="all" refPtType="all" refType="h" refFor="ch" refForName="vertSpace2" op="none" fact="-0.833330" val="0"/>
              <dgm:constr type="w" for="ch" forName="circle6" ptType="all" refPtType="all" refType="h" refFor="ch" refForName="circle6" op="equ" fact="1.000000" val="0"/>
              <dgm:constr type="wOff" for="ch" forName="circle6" ptType="all" refPtType="all" refType="hOff" refFor="ch" refForName="circle6" op="equ" fact="1.000000" val="0"/>
              <dgm:constr type="b" for="ch" forName="circle6" ptType="all" refPtType="all" refType="t" refFor="ch" refForName="vertSpace6" op="none" fact="1.000000" val="0"/>
              <dgm:constr type="r" for="ch" forName="rect6" ptType="all" refPtType="all" refType="l" refFor="ch" refForName="space" op="none" fact="1.000000" val="0"/>
              <dgm:constr type="l" for="ch" forName="rect6" ptType="all" refPtType="all" refType="none" refFor="self" op="none" fact="1.000000" val="0"/>
              <dgm:constr type="h" for="ch" forName="rect6" ptType="all" refPtType="all" refType="h" refFor="ch" refForName="circle6" op="none" fact="1.000000" val="0"/>
              <dgm:constr type="hOff" for="ch" forName="rect6" ptType="all" refPtType="all" refType="hOff" refFor="ch" refForName="circle6" op="none" fact="1.000000" val="0"/>
              <dgm:constr type="b" for="ch" forName="rect6" ptType="all" refPtType="all" refType="b" refFor="ch" refForName="circle6" op="none" fact="1.000000" val="0"/>
              <dgm:constr type="r" for="ch" forName="rect6ParTx" ptType="all" refPtType="all" refType="l" refFor="ch" refForName="space" op="none" fact="1.000000" val="0"/>
              <dgm:constr type="w" for="ch" forName="rect6ParTx" ptType="all" refPtType="all" refType="w" refFor="ch" refForName="rect6" op="none" fact="0.500000" val="0"/>
              <dgm:constr type="t" for="ch" forName="rect6ParTx" ptType="all" refPtType="all" refType="t" refFor="ch" refForName="rect6" op="none" fact="1.000000" val="0"/>
              <dgm:constr type="b" for="ch" forName="rect6ParTx" ptType="all" refPtType="all" refType="b" refFor="ch" refForName="rect6" op="none" fact="1.000000" val="0"/>
              <dgm:constr type="r" for="ch" forName="rect6ChTx" ptType="all" refPtType="all" refType="l" refFor="ch" refForName="rect6ParTx" op="none" fact="1.000000" val="0"/>
              <dgm:constr type="w" for="ch" forName="rect6ChTx" ptType="all" refPtType="all" refType="w" refFor="ch" refForName="rect6ParTx" op="none" fact="1.000000" val="0"/>
              <dgm:constr type="t" for="ch" forName="rect6ChTx" ptType="all" refPtType="all" refType="t" refFor="ch" refForName="rect6ParTx" op="none" fact="1.000000" val="0"/>
              <dgm:constr type="b" for="ch" forName="rect6ChTx" ptType="all" refPtType="all" refType="b" refFor="ch" refForName="rect6ParTx" op="none" fact="1.000000" val="0"/>
              <dgm:constr type="r" for="ch" forName="rect6ParTxNoCh" ptType="all" refPtType="all" refType="l" refFor="ch" refForName="space" op="none" fact="1.000000" val="0"/>
              <dgm:constr type="w" for="ch" forName="rect6ParTxNoCh" ptType="all" refPtType="all" refType="w" refFor="ch" refForName="rect6" op="none" fact="1.000000" val="0"/>
              <dgm:constr type="t" for="ch" forName="rect6ParTxNoCh" ptType="all" refPtType="all" refType="t" refFor="ch" refForName="rect6" op="none" fact="1.000000" val="0"/>
              <dgm:constr type="b" for="ch" forName="rect6ParTxNoCh" ptType="all" refPtType="all" refType="b" refFor="ch" refForName="rect6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r" for="ch" forName="rect3ParTx" ptType="all" refPtType="all" refType="l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r" for="ch" forName="rect3ChTx" ptType="all" refPtType="all" refType="l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r" for="ch" forName="rect3ParTxNoCh" ptType="all" refPtType="all" refType="l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r" for="ch" forName="rect4ParTx" ptType="all" refPtType="all" refType="l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r" for="ch" forName="rect4ChTx" ptType="all" refPtType="all" refType="l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r" for="ch" forName="rect4ParTxNoCh" ptType="all" refPtType="all" refType="l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r" for="ch" forName="rect5ParTx" ptType="all" refPtType="all" refType="l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t" refFor="ch" refForName="rect6" op="none" fact="1.000000" val="0"/>
              <dgm:constr type="r" for="ch" forName="rect5ChTx" ptType="all" refPtType="all" refType="l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r" for="ch" forName="rect5ParTxNoCh" ptType="all" refPtType="all" refType="l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t" refFor="ch" refForName="rect6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if name="Name20" axis="ch" ptType="node" func="cnt" arg="none" op="gte" val="7">
            <dgm:constrLst>
              <dgm:constr type="userA" for="self" ptType="all" refPtType="all" refType="w" refFor="self" op="none" fact="0.300000" val="0"/>
              <dgm:constr type="w" for="ch" forName="circle1" ptType="all" refPtType="all" refType="userA" refFor="self" op="none" fact="2.000000" val="0"/>
              <dgm:constr type="h" for="ch" forName="circle1" ptType="all" refPtType="all" refType="w" refFor="ch" refForName="circle1" op="equ" fact="1.000000" val="0"/>
              <dgm:constr type="r" for="ch" forName="circle1" ptType="all" refPtType="all" refType="w" refFor="self" op="none" fact="1.000000" val="0"/>
              <dgm:constr type="ctrY" for="ch" forName="circle1" ptType="all" refPtType="all" refType="h" refFor="self" op="none" fact="0.500000" val="0"/>
              <dgm:constr type="r" for="ch" forName="space" ptType="all" refPtType="all" refType="ctrX" refFor="ch" refForName="circle1" op="none" fact="1.000000" val="0"/>
              <dgm:constr type="w" for="ch" forName="space" ptType="all" refPtType="all" refType="none" refFor="self" op="none" fact="1.000000" val="0"/>
              <dgm:constr type="h" for="ch" forName="space" ptType="all" refPtType="all" refType="h" refFor="ch" refForName="circle1" op="none" fact="1.000000" val="0"/>
              <dgm:constr type="b" for="ch" forName="space" ptType="all" refPtType="all" refType="b" refFor="ch" refForName="circle1" op="none" fact="1.000000" val="0"/>
              <dgm:constr type="r" for="ch" forName="rect1" ptType="all" refPtType="all" refType="l" refFor="ch" refForName="space" op="none" fact="1.000000" val="0"/>
              <dgm:constr type="l" for="ch" forName="rect1" ptType="all" refPtType="all" refType="none" refFor="self" op="none" fact="1.000000" val="0"/>
              <dgm:constr type="h" for="ch" forName="rect1" ptType="all" refPtType="all" refType="h" refFor="ch" refForName="circle1" op="none" fact="1.000000" val="0"/>
              <dgm:constr type="b" for="ch" forName="rect1" ptType="all" refPtType="all" refType="b" refFor="ch" refForName="circle1" op="none" fact="1.000000" val="0"/>
              <dgm:constr type="l" for="ch" forName="vertSpace2" ptType="all" refPtType="all" refType="none" refFor="self" op="none" fact="1.000000" val="0"/>
              <dgm:constr type="w" for="ch" forName="vertSpace2" ptType="all" refPtType="all" refType="w" refFor="self" op="none" fact="1.000000" val="0"/>
              <dgm:constr type="h" for="ch" forName="vertSpace2" ptType="all" refPtType="all" refType="h" refFor="ch" refForName="circle1" op="none" fact="0.050000" val="0"/>
              <dgm:constr type="b" for="ch" forName="vertSpace2" ptType="all" refPtType="all" refType="b" refFor="ch" refForName="circle1" op="none" fact="1.000000" val="0"/>
              <dgm:constr type="ctrX" for="ch" forName="circle2" ptType="all" refPtType="all" refType="r" refFor="ch" refForName="space" op="none" fact="1.000000" val="0"/>
              <dgm:constr type="h" for="ch" forName="circle2" ptType="all" refPtType="all" refType="h" refFor="ch" refForName="circle1" op="none" fact="0.857140" val="0"/>
              <dgm:constr type="hOff" for="ch" forName="circle2" ptType="all" refPtType="all" refType="h" refFor="ch" refForName="vertSpace2" op="none" fact="-0.142860" val="0"/>
              <dgm:constr type="w" for="ch" forName="circle2" ptType="all" refPtType="all" refType="h" refFor="ch" refForName="circle2" op="equ" fact="1.000000" val="0"/>
              <dgm:constr type="wOff" for="ch" forName="circle2" ptType="all" refPtType="all" refType="hOff" refFor="ch" refForName="circle2" op="equ" fact="1.000000" val="0"/>
              <dgm:constr type="b" for="ch" forName="circle2" ptType="all" refPtType="all" refType="t" refFor="ch" refForName="vertSpace2" op="none" fact="1.000000" val="0"/>
              <dgm:constr type="r" for="ch" forName="rect2" ptType="all" refPtType="all" refType="l" refFor="ch" refForName="space" op="none" fact="1.000000" val="0"/>
              <dgm:constr type="l" for="ch" forName="rect2" ptType="all" refPtType="all" refType="none" refFor="self" op="none" fact="1.000000" val="0"/>
              <dgm:constr type="h" for="ch" forName="rect2" ptType="all" refPtType="all" refType="h" refFor="ch" refForName="circle2" op="none" fact="1.000000" val="0"/>
              <dgm:constr type="hOff" for="ch" forName="rect2" ptType="all" refPtType="all" refType="hOff" refFor="ch" refForName="circle2" op="none" fact="1.000000" val="0"/>
              <dgm:constr type="b" for="ch" forName="rect2" ptType="all" refPtType="all" refType="b" refFor="ch" refForName="circle2" op="none" fact="1.000000" val="0"/>
              <dgm:constr type="l" for="ch" forName="vertSpace3" ptType="all" refPtType="all" refType="none" refFor="self" op="none" fact="1.000000" val="0"/>
              <dgm:constr type="w" for="ch" forName="vertSpace3" ptType="all" refPtType="all" refType="w" refFor="self" op="none" fact="1.000000" val="0"/>
              <dgm:constr type="h" for="ch" forName="vertSpace3" ptType="all" refPtType="all" refType="h" refFor="ch" refForName="vertSpace2" op="none" fact="1.000000" val="0"/>
              <dgm:constr type="b" for="ch" forName="vertSpace3" ptType="all" refPtType="all" refType="t" refFor="ch" refForName="vertSpace2" op="none" fact="1.000000" val="0"/>
              <dgm:constr type="ctrX" for="ch" forName="circle3" ptType="all" refPtType="all" refType="r" refFor="ch" refForName="space" op="none" fact="1.000000" val="0"/>
              <dgm:constr type="h" for="ch" forName="circle3" ptType="all" refPtType="all" refType="h" refFor="ch" refForName="circle1" op="none" fact="0.714290" val="0"/>
              <dgm:constr type="hOff" for="ch" forName="circle3" ptType="all" refPtType="all" refType="h" refFor="ch" refForName="vertSpace2" op="none" fact="-0.285710" val="0"/>
              <dgm:constr type="w" for="ch" forName="circle3" ptType="all" refPtType="all" refType="h" refFor="ch" refForName="circle3" op="equ" fact="1.000000" val="0"/>
              <dgm:constr type="wOff" for="ch" forName="circle3" ptType="all" refPtType="all" refType="hOff" refFor="ch" refForName="circle3" op="equ" fact="1.000000" val="0"/>
              <dgm:constr type="b" for="ch" forName="circle3" ptType="all" refPtType="all" refType="t" refFor="ch" refForName="vertSpace3" op="none" fact="1.000000" val="0"/>
              <dgm:constr type="r" for="ch" forName="rect3" ptType="all" refPtType="all" refType="l" refFor="ch" refForName="space" op="none" fact="1.000000" val="0"/>
              <dgm:constr type="l" for="ch" forName="rect3" ptType="all" refPtType="all" refType="none" refFor="self" op="none" fact="1.000000" val="0"/>
              <dgm:constr type="h" for="ch" forName="rect3" ptType="all" refPtType="all" refType="h" refFor="ch" refForName="circle3" op="none" fact="1.000000" val="0"/>
              <dgm:constr type="hOff" for="ch" forName="rect3" ptType="all" refPtType="all" refType="hOff" refFor="ch" refForName="circle3" op="none" fact="1.000000" val="0"/>
              <dgm:constr type="b" for="ch" forName="rect3" ptType="all" refPtType="all" refType="b" refFor="ch" refForName="circle3" op="none" fact="1.000000" val="0"/>
              <dgm:constr type="l" for="ch" forName="vertSpace4" ptType="all" refPtType="all" refType="none" refFor="self" op="none" fact="1.000000" val="0"/>
              <dgm:constr type="w" for="ch" forName="vertSpace4" ptType="all" refPtType="all" refType="w" refFor="self" op="none" fact="1.000000" val="0"/>
              <dgm:constr type="h" for="ch" forName="vertSpace4" ptType="all" refPtType="all" refType="h" refFor="ch" refForName="vertSpace3" op="none" fact="1.000000" val="0"/>
              <dgm:constr type="b" for="ch" forName="vertSpace4" ptType="all" refPtType="all" refType="t" refFor="ch" refForName="vertSpace3" op="none" fact="1.000000" val="0"/>
              <dgm:constr type="ctrX" for="ch" forName="circle4" ptType="all" refPtType="all" refType="r" refFor="ch" refForName="space" op="none" fact="1.000000" val="0"/>
              <dgm:constr type="h" for="ch" forName="circle4" ptType="all" refPtType="all" refType="h" refFor="ch" refForName="circle1" op="none" fact="0.571430" val="0"/>
              <dgm:constr type="hOff" for="ch" forName="circle4" ptType="all" refPtType="all" refType="h" refFor="ch" refForName="vertSpace2" op="none" fact="-0.428570" val="0"/>
              <dgm:constr type="w" for="ch" forName="circle4" ptType="all" refPtType="all" refType="h" refFor="ch" refForName="circle4" op="equ" fact="1.000000" val="0"/>
              <dgm:constr type="wOff" for="ch" forName="circle4" ptType="all" refPtType="all" refType="hOff" refFor="ch" refForName="circle4" op="equ" fact="1.000000" val="0"/>
              <dgm:constr type="b" for="ch" forName="circle4" ptType="all" refPtType="all" refType="t" refFor="ch" refForName="vertSpace4" op="none" fact="1.000000" val="0"/>
              <dgm:constr type="r" for="ch" forName="rect4" ptType="all" refPtType="all" refType="l" refFor="ch" refForName="space" op="none" fact="1.000000" val="0"/>
              <dgm:constr type="l" for="ch" forName="rect4" ptType="all" refPtType="all" refType="none" refFor="self" op="none" fact="1.000000" val="0"/>
              <dgm:constr type="h" for="ch" forName="rect4" ptType="all" refPtType="all" refType="h" refFor="ch" refForName="circle4" op="none" fact="1.000000" val="0"/>
              <dgm:constr type="hOff" for="ch" forName="rect4" ptType="all" refPtType="all" refType="hOff" refFor="ch" refForName="circle4" op="none" fact="1.000000" val="0"/>
              <dgm:constr type="b" for="ch" forName="rect4" ptType="all" refPtType="all" refType="b" refFor="ch" refForName="circle4" op="none" fact="1.000000" val="0"/>
              <dgm:constr type="l" for="ch" forName="vertSpace5" ptType="all" refPtType="all" refType="none" refFor="self" op="none" fact="1.000000" val="0"/>
              <dgm:constr type="w" for="ch" forName="vertSpace5" ptType="all" refPtType="all" refType="w" refFor="self" op="none" fact="1.000000" val="0"/>
              <dgm:constr type="h" for="ch" forName="vertSpace5" ptType="all" refPtType="all" refType="h" refFor="ch" refForName="vertSpace4" op="none" fact="1.000000" val="0"/>
              <dgm:constr type="b" for="ch" forName="vertSpace5" ptType="all" refPtType="all" refType="t" refFor="ch" refForName="vertSpace4" op="none" fact="1.000000" val="0"/>
              <dgm:constr type="ctrX" for="ch" forName="circle5" ptType="all" refPtType="all" refType="r" refFor="ch" refForName="space" op="none" fact="1.000000" val="0"/>
              <dgm:constr type="h" for="ch" forName="circle5" ptType="all" refPtType="all" refType="h" refFor="ch" refForName="circle1" op="none" fact="0.428570" val="0"/>
              <dgm:constr type="hOff" for="ch" forName="circle5" ptType="all" refPtType="all" refType="h" refFor="ch" refForName="vertSpace2" op="none" fact="-0.571430" val="0"/>
              <dgm:constr type="w" for="ch" forName="circle5" ptType="all" refPtType="all" refType="h" refFor="ch" refForName="circle5" op="equ" fact="1.000000" val="0"/>
              <dgm:constr type="wOff" for="ch" forName="circle5" ptType="all" refPtType="all" refType="hOff" refFor="ch" refForName="circle5" op="equ" fact="1.000000" val="0"/>
              <dgm:constr type="b" for="ch" forName="circle5" ptType="all" refPtType="all" refType="t" refFor="ch" refForName="vertSpace5" op="none" fact="1.000000" val="0"/>
              <dgm:constr type="r" for="ch" forName="rect5" ptType="all" refPtType="all" refType="l" refFor="ch" refForName="space" op="none" fact="1.000000" val="0"/>
              <dgm:constr type="l" for="ch" forName="rect5" ptType="all" refPtType="all" refType="none" refFor="self" op="none" fact="1.000000" val="0"/>
              <dgm:constr type="h" for="ch" forName="rect5" ptType="all" refPtType="all" refType="h" refFor="ch" refForName="circle5" op="none" fact="1.000000" val="0"/>
              <dgm:constr type="hOff" for="ch" forName="rect5" ptType="all" refPtType="all" refType="hOff" refFor="ch" refForName="circle5" op="none" fact="1.000000" val="0"/>
              <dgm:constr type="b" for="ch" forName="rect5" ptType="all" refPtType="all" refType="b" refFor="ch" refForName="circle5" op="none" fact="1.000000" val="0"/>
              <dgm:constr type="l" for="ch" forName="vertSpace6" ptType="all" refPtType="all" refType="none" refFor="self" op="none" fact="1.000000" val="0"/>
              <dgm:constr type="w" for="ch" forName="vertSpace6" ptType="all" refPtType="all" refType="w" refFor="self" op="none" fact="1.000000" val="0"/>
              <dgm:constr type="h" for="ch" forName="vertSpace6" ptType="all" refPtType="all" refType="h" refFor="ch" refForName="vertSpace5" op="none" fact="1.000000" val="0"/>
              <dgm:constr type="b" for="ch" forName="vertSpace6" ptType="all" refPtType="all" refType="t" refFor="ch" refForName="vertSpace5" op="none" fact="1.000000" val="0"/>
              <dgm:constr type="ctrX" for="ch" forName="circle6" ptType="all" refPtType="all" refType="r" refFor="ch" refForName="space" op="none" fact="1.000000" val="0"/>
              <dgm:constr type="h" for="ch" forName="circle6" ptType="all" refPtType="all" refType="h" refFor="ch" refForName="circle1" op="none" fact="0.285710" val="0"/>
              <dgm:constr type="hOff" for="ch" forName="circle6" ptType="all" refPtType="all" refType="h" refFor="ch" refForName="vertSpace2" op="none" fact="-0.714290" val="0"/>
              <dgm:constr type="w" for="ch" forName="circle6" ptType="all" refPtType="all" refType="h" refFor="ch" refForName="circle6" op="equ" fact="1.000000" val="0"/>
              <dgm:constr type="wOff" for="ch" forName="circle6" ptType="all" refPtType="all" refType="hOff" refFor="ch" refForName="circle6" op="equ" fact="1.000000" val="0"/>
              <dgm:constr type="b" for="ch" forName="circle6" ptType="all" refPtType="all" refType="t" refFor="ch" refForName="vertSpace6" op="none" fact="1.000000" val="0"/>
              <dgm:constr type="r" for="ch" forName="rect6" ptType="all" refPtType="all" refType="l" refFor="ch" refForName="space" op="none" fact="1.000000" val="0"/>
              <dgm:constr type="l" for="ch" forName="rect6" ptType="all" refPtType="all" refType="none" refFor="self" op="none" fact="1.000000" val="0"/>
              <dgm:constr type="h" for="ch" forName="rect6" ptType="all" refPtType="all" refType="h" refFor="ch" refForName="circle6" op="none" fact="1.000000" val="0"/>
              <dgm:constr type="hOff" for="ch" forName="rect6" ptType="all" refPtType="all" refType="hOff" refFor="ch" refForName="circle6" op="none" fact="1.000000" val="0"/>
              <dgm:constr type="b" for="ch" forName="rect6" ptType="all" refPtType="all" refType="b" refFor="ch" refForName="circle6" op="none" fact="1.000000" val="0"/>
              <dgm:constr type="l" for="ch" forName="vertSpace7" ptType="all" refPtType="all" refType="none" refFor="self" op="none" fact="1.000000" val="0"/>
              <dgm:constr type="w" for="ch" forName="vertSpace7" ptType="all" refPtType="all" refType="w" refFor="self" op="none" fact="1.000000" val="0"/>
              <dgm:constr type="h" for="ch" forName="vertSpace7" ptType="all" refPtType="all" refType="h" refFor="ch" refForName="vertSpace6" op="none" fact="1.000000" val="0"/>
              <dgm:constr type="b" for="ch" forName="vertSpace7" ptType="all" refPtType="all" refType="t" refFor="ch" refForName="vertSpace6" op="none" fact="1.000000" val="0"/>
              <dgm:constr type="ctrX" for="ch" forName="circle7" ptType="all" refPtType="all" refType="r" refFor="ch" refForName="space" op="none" fact="1.000000" val="0"/>
              <dgm:constr type="h" for="ch" forName="circle7" ptType="all" refPtType="all" refType="h" refFor="ch" refForName="circle1" op="none" fact="0.142860" val="0"/>
              <dgm:constr type="hOff" for="ch" forName="circle7" ptType="all" refPtType="all" refType="h" refFor="ch" refForName="vertSpace2" op="none" fact="-0.857140" val="0"/>
              <dgm:constr type="w" for="ch" forName="circle7" ptType="all" refPtType="all" refType="h" refFor="ch" refForName="circle7" op="equ" fact="1.000000" val="0"/>
              <dgm:constr type="wOff" for="ch" forName="circle7" ptType="all" refPtType="all" refType="hOff" refFor="ch" refForName="circle7" op="equ" fact="1.000000" val="0"/>
              <dgm:constr type="b" for="ch" forName="circle7" ptType="all" refPtType="all" refType="t" refFor="ch" refForName="vertSpace7" op="none" fact="1.000000" val="0"/>
              <dgm:constr type="r" for="ch" forName="rect7" ptType="all" refPtType="all" refType="l" refFor="ch" refForName="space" op="none" fact="1.000000" val="0"/>
              <dgm:constr type="l" for="ch" forName="rect7" ptType="all" refPtType="all" refType="none" refFor="self" op="none" fact="1.000000" val="0"/>
              <dgm:constr type="h" for="ch" forName="rect7" ptType="all" refPtType="all" refType="h" refFor="ch" refForName="circle7" op="none" fact="1.000000" val="0"/>
              <dgm:constr type="hOff" for="ch" forName="rect7" ptType="all" refPtType="all" refType="hOff" refFor="ch" refForName="circle7" op="none" fact="1.000000" val="0"/>
              <dgm:constr type="b" for="ch" forName="rect7" ptType="all" refPtType="all" refType="b" refFor="ch" refForName="circle7" op="none" fact="1.000000" val="0"/>
              <dgm:constr type="r" for="ch" forName="rect7ParTx" ptType="all" refPtType="all" refType="l" refFor="ch" refForName="space" op="none" fact="1.000000" val="0"/>
              <dgm:constr type="w" for="ch" forName="rect7ParTx" ptType="all" refPtType="all" refType="w" refFor="ch" refForName="rect7" op="none" fact="0.500000" val="0"/>
              <dgm:constr type="t" for="ch" forName="rect7ParTx" ptType="all" refPtType="all" refType="t" refFor="ch" refForName="rect7" op="none" fact="1.000000" val="0"/>
              <dgm:constr type="b" for="ch" forName="rect7ParTx" ptType="all" refPtType="all" refType="b" refFor="ch" refForName="rect7" op="none" fact="1.000000" val="0"/>
              <dgm:constr type="r" for="ch" forName="rect7ChTx" ptType="all" refPtType="all" refType="l" refFor="ch" refForName="rect7ParTx" op="none" fact="1.000000" val="0"/>
              <dgm:constr type="w" for="ch" forName="rect7ChTx" ptType="all" refPtType="all" refType="w" refFor="ch" refForName="rect7ParTx" op="none" fact="1.000000" val="0"/>
              <dgm:constr type="t" for="ch" forName="rect7ChTx" ptType="all" refPtType="all" refType="t" refFor="ch" refForName="rect7ParTx" op="none" fact="1.000000" val="0"/>
              <dgm:constr type="b" for="ch" forName="rect7ChTx" ptType="all" refPtType="all" refType="b" refFor="ch" refForName="rect7ParTx" op="none" fact="1.000000" val="0"/>
              <dgm:constr type="r" for="ch" forName="rect7ParTxNoCh" ptType="all" refPtType="all" refType="l" refFor="ch" refForName="space" op="none" fact="1.000000" val="0"/>
              <dgm:constr type="w" for="ch" forName="rect7ParTxNoCh" ptType="all" refPtType="all" refType="w" refFor="ch" refForName="rect7" op="none" fact="1.000000" val="0"/>
              <dgm:constr type="t" for="ch" forName="rect7ParTxNoCh" ptType="all" refPtType="all" refType="t" refFor="ch" refForName="rect7" op="none" fact="1.000000" val="0"/>
              <dgm:constr type="b" for="ch" forName="rect7ParTxNoCh" ptType="all" refPtType="all" refType="b" refFor="ch" refForName="rect7" op="none" fact="1.000000" val="0"/>
              <dgm:constr type="r" for="ch" forName="rect1ParTx" ptType="all" refPtType="all" refType="l" refFor="ch" refForName="space" op="none" fact="1.000000" val="0"/>
              <dgm:constr type="w" for="ch" forName="rect1ParTx" ptType="all" refPtType="all" refType="w" refFor="ch" refForName="rect1" op="none" fact="0.500000" val="0"/>
              <dgm:constr type="t" for="ch" forName="rect1ParTx" ptType="all" refPtType="all" refType="t" refFor="ch" refForName="rect1" op="none" fact="1.000000" val="0"/>
              <dgm:constr type="b" for="ch" forName="rect1ParTx" ptType="all" refPtType="all" refType="t" refFor="ch" refForName="rect2" op="none" fact="1.000000" val="0"/>
              <dgm:constr type="r" for="ch" forName="rect1ChTx" ptType="all" refPtType="all" refType="l" refFor="ch" refForName="rect1ParTx" op="none" fact="1.000000" val="0"/>
              <dgm:constr type="w" for="ch" forName="rect1ChTx" ptType="all" refPtType="all" refType="w" refFor="ch" refForName="rect1ParTx" op="none" fact="1.000000" val="0"/>
              <dgm:constr type="t" for="ch" forName="rect1ChTx" ptType="all" refPtType="all" refType="t" refFor="ch" refForName="rect1ParTx" op="none" fact="1.000000" val="0"/>
              <dgm:constr type="b" for="ch" forName="rect1ChTx" ptType="all" refPtType="all" refType="b" refFor="ch" refForName="rect1ParTx" op="none" fact="1.000000" val="0"/>
              <dgm:constr type="r" for="ch" forName="rect1ParTxNoCh" ptType="all" refPtType="all" refType="l" refFor="ch" refForName="space" op="none" fact="1.000000" val="0"/>
              <dgm:constr type="w" for="ch" forName="rect1ParTxNoCh" ptType="all" refPtType="all" refType="w" refFor="ch" refForName="rect1" op="none" fact="1.000000" val="0"/>
              <dgm:constr type="t" for="ch" forName="rect1ParTxNoCh" ptType="all" refPtType="all" refType="t" refFor="ch" refForName="rect1" op="none" fact="1.000000" val="0"/>
              <dgm:constr type="b" for="ch" forName="rect1ParTxNoCh" ptType="all" refPtType="all" refType="t" refFor="ch" refForName="rect2" op="none" fact="1.000000" val="0"/>
              <dgm:constr type="r" for="ch" forName="rect2ParTx" ptType="all" refPtType="all" refType="l" refFor="ch" refForName="space" op="none" fact="1.000000" val="0"/>
              <dgm:constr type="w" for="ch" forName="rect2ParTx" ptType="all" refPtType="all" refType="w" refFor="ch" refForName="rect2" op="none" fact="0.500000" val="0"/>
              <dgm:constr type="t" for="ch" forName="rect2ParTx" ptType="all" refPtType="all" refType="t" refFor="ch" refForName="rect2" op="none" fact="1.000000" val="0"/>
              <dgm:constr type="b" for="ch" forName="rect2ParTx" ptType="all" refPtType="all" refType="t" refFor="ch" refForName="rect3" op="none" fact="1.000000" val="0"/>
              <dgm:constr type="r" for="ch" forName="rect2ChTx" ptType="all" refPtType="all" refType="l" refFor="ch" refForName="rect2ParTx" op="none" fact="1.000000" val="0"/>
              <dgm:constr type="w" for="ch" forName="rect2ChTx" ptType="all" refPtType="all" refType="w" refFor="ch" refForName="rect2ParTx" op="none" fact="1.000000" val="0"/>
              <dgm:constr type="t" for="ch" forName="rect2ChTx" ptType="all" refPtType="all" refType="t" refFor="ch" refForName="rect2ParTx" op="none" fact="1.000000" val="0"/>
              <dgm:constr type="b" for="ch" forName="rect2ChTx" ptType="all" refPtType="all" refType="b" refFor="ch" refForName="rect2ParTx" op="none" fact="1.000000" val="0"/>
              <dgm:constr type="r" for="ch" forName="rect2ParTxNoCh" ptType="all" refPtType="all" refType="l" refFor="ch" refForName="space" op="none" fact="1.000000" val="0"/>
              <dgm:constr type="w" for="ch" forName="rect2ParTxNoCh" ptType="all" refPtType="all" refType="w" refFor="ch" refForName="rect2" op="none" fact="1.000000" val="0"/>
              <dgm:constr type="t" for="ch" forName="rect2ParTxNoCh" ptType="all" refPtType="all" refType="t" refFor="ch" refForName="rect2" op="none" fact="1.000000" val="0"/>
              <dgm:constr type="b" for="ch" forName="rect2ParTxNoCh" ptType="all" refPtType="all" refType="t" refFor="ch" refForName="rect3" op="none" fact="1.000000" val="0"/>
              <dgm:constr type="r" for="ch" forName="rect3ParTx" ptType="all" refPtType="all" refType="l" refFor="ch" refForName="space" op="none" fact="1.000000" val="0"/>
              <dgm:constr type="w" for="ch" forName="rect3ParTx" ptType="all" refPtType="all" refType="w" refFor="ch" refForName="rect3" op="none" fact="0.500000" val="0"/>
              <dgm:constr type="t" for="ch" forName="rect3ParTx" ptType="all" refPtType="all" refType="t" refFor="ch" refForName="rect3" op="none" fact="1.000000" val="0"/>
              <dgm:constr type="b" for="ch" forName="rect3ParTx" ptType="all" refPtType="all" refType="t" refFor="ch" refForName="rect4" op="none" fact="1.000000" val="0"/>
              <dgm:constr type="r" for="ch" forName="rect3ChTx" ptType="all" refPtType="all" refType="l" refFor="ch" refForName="rect3ParTx" op="none" fact="1.000000" val="0"/>
              <dgm:constr type="w" for="ch" forName="rect3ChTx" ptType="all" refPtType="all" refType="w" refFor="ch" refForName="rect3ParTx" op="none" fact="1.000000" val="0"/>
              <dgm:constr type="t" for="ch" forName="rect3ChTx" ptType="all" refPtType="all" refType="t" refFor="ch" refForName="rect3ParTx" op="none" fact="1.000000" val="0"/>
              <dgm:constr type="b" for="ch" forName="rect3ChTx" ptType="all" refPtType="all" refType="b" refFor="ch" refForName="rect3ParTx" op="none" fact="1.000000" val="0"/>
              <dgm:constr type="r" for="ch" forName="rect3ParTxNoCh" ptType="all" refPtType="all" refType="l" refFor="ch" refForName="space" op="none" fact="1.000000" val="0"/>
              <dgm:constr type="w" for="ch" forName="rect3ParTxNoCh" ptType="all" refPtType="all" refType="w" refFor="ch" refForName="rect3" op="none" fact="1.000000" val="0"/>
              <dgm:constr type="t" for="ch" forName="rect3ParTxNoCh" ptType="all" refPtType="all" refType="t" refFor="ch" refForName="rect3" op="none" fact="1.000000" val="0"/>
              <dgm:constr type="b" for="ch" forName="rect3ParTxNoCh" ptType="all" refPtType="all" refType="t" refFor="ch" refForName="rect4" op="none" fact="1.000000" val="0"/>
              <dgm:constr type="r" for="ch" forName="rect4ParTx" ptType="all" refPtType="all" refType="l" refFor="ch" refForName="space" op="none" fact="1.000000" val="0"/>
              <dgm:constr type="w" for="ch" forName="rect4ParTx" ptType="all" refPtType="all" refType="w" refFor="ch" refForName="rect4" op="none" fact="0.500000" val="0"/>
              <dgm:constr type="t" for="ch" forName="rect4ParTx" ptType="all" refPtType="all" refType="t" refFor="ch" refForName="rect4" op="none" fact="1.000000" val="0"/>
              <dgm:constr type="b" for="ch" forName="rect4ParTx" ptType="all" refPtType="all" refType="t" refFor="ch" refForName="rect5" op="none" fact="1.000000" val="0"/>
              <dgm:constr type="r" for="ch" forName="rect4ChTx" ptType="all" refPtType="all" refType="l" refFor="ch" refForName="rect4ParTx" op="none" fact="1.000000" val="0"/>
              <dgm:constr type="w" for="ch" forName="rect4ChTx" ptType="all" refPtType="all" refType="w" refFor="ch" refForName="rect4ParTx" op="none" fact="1.000000" val="0"/>
              <dgm:constr type="t" for="ch" forName="rect4ChTx" ptType="all" refPtType="all" refType="t" refFor="ch" refForName="rect4ParTx" op="none" fact="1.000000" val="0"/>
              <dgm:constr type="b" for="ch" forName="rect4ChTx" ptType="all" refPtType="all" refType="b" refFor="ch" refForName="rect4ParTx" op="none" fact="1.000000" val="0"/>
              <dgm:constr type="r" for="ch" forName="rect4ParTxNoCh" ptType="all" refPtType="all" refType="l" refFor="ch" refForName="space" op="none" fact="1.000000" val="0"/>
              <dgm:constr type="w" for="ch" forName="rect4ParTxNoCh" ptType="all" refPtType="all" refType="w" refFor="ch" refForName="rect4" op="none" fact="1.000000" val="0"/>
              <dgm:constr type="t" for="ch" forName="rect4ParTxNoCh" ptType="all" refPtType="all" refType="t" refFor="ch" refForName="rect4" op="none" fact="1.000000" val="0"/>
              <dgm:constr type="b" for="ch" forName="rect4ParTxNoCh" ptType="all" refPtType="all" refType="t" refFor="ch" refForName="rect5" op="none" fact="1.000000" val="0"/>
              <dgm:constr type="r" for="ch" forName="rect5ParTx" ptType="all" refPtType="all" refType="l" refFor="ch" refForName="space" op="none" fact="1.000000" val="0"/>
              <dgm:constr type="w" for="ch" forName="rect5ParTx" ptType="all" refPtType="all" refType="w" refFor="ch" refForName="rect5" op="none" fact="0.500000" val="0"/>
              <dgm:constr type="t" for="ch" forName="rect5ParTx" ptType="all" refPtType="all" refType="t" refFor="ch" refForName="rect5" op="none" fact="1.000000" val="0"/>
              <dgm:constr type="b" for="ch" forName="rect5ParTx" ptType="all" refPtType="all" refType="t" refFor="ch" refForName="rect6" op="none" fact="1.000000" val="0"/>
              <dgm:constr type="r" for="ch" forName="rect5ChTx" ptType="all" refPtType="all" refType="l" refFor="ch" refForName="rect5ParTx" op="none" fact="1.000000" val="0"/>
              <dgm:constr type="w" for="ch" forName="rect5ChTx" ptType="all" refPtType="all" refType="w" refFor="ch" refForName="rect5ParTx" op="none" fact="1.000000" val="0"/>
              <dgm:constr type="t" for="ch" forName="rect5ChTx" ptType="all" refPtType="all" refType="t" refFor="ch" refForName="rect5ParTx" op="none" fact="1.000000" val="0"/>
              <dgm:constr type="b" for="ch" forName="rect5ChTx" ptType="all" refPtType="all" refType="b" refFor="ch" refForName="rect5ParTx" op="none" fact="1.000000" val="0"/>
              <dgm:constr type="r" for="ch" forName="rect5ParTxNoCh" ptType="all" refPtType="all" refType="l" refFor="ch" refForName="space" op="none" fact="1.000000" val="0"/>
              <dgm:constr type="w" for="ch" forName="rect5ParTxNoCh" ptType="all" refPtType="all" refType="w" refFor="ch" refForName="rect5" op="none" fact="1.000000" val="0"/>
              <dgm:constr type="t" for="ch" forName="rect5ParTxNoCh" ptType="all" refPtType="all" refType="t" refFor="ch" refForName="rect5" op="none" fact="1.000000" val="0"/>
              <dgm:constr type="b" for="ch" forName="rect5ParTxNoCh" ptType="all" refPtType="all" refType="t" refFor="ch" refForName="rect6" op="none" fact="1.000000" val="0"/>
              <dgm:constr type="r" for="ch" forName="rect6ParTx" ptType="all" refPtType="all" refType="l" refFor="ch" refForName="space" op="none" fact="1.000000" val="0"/>
              <dgm:constr type="w" for="ch" forName="rect6ParTx" ptType="all" refPtType="all" refType="w" refFor="ch" refForName="rect6" op="none" fact="0.500000" val="0"/>
              <dgm:constr type="t" for="ch" forName="rect6ParTx" ptType="all" refPtType="all" refType="t" refFor="ch" refForName="rect6" op="none" fact="1.000000" val="0"/>
              <dgm:constr type="b" for="ch" forName="rect6ParTx" ptType="all" refPtType="all" refType="t" refFor="ch" refForName="rect7" op="none" fact="1.000000" val="0"/>
              <dgm:constr type="r" for="ch" forName="rect6ChTx" ptType="all" refPtType="all" refType="l" refFor="ch" refForName="rect6ParTx" op="none" fact="1.000000" val="0"/>
              <dgm:constr type="w" for="ch" forName="rect6ChTx" ptType="all" refPtType="all" refType="w" refFor="ch" refForName="rect6ParTx" op="none" fact="1.000000" val="0"/>
              <dgm:constr type="t" for="ch" forName="rect6ChTx" ptType="all" refPtType="all" refType="t" refFor="ch" refForName="rect6ParTx" op="none" fact="1.000000" val="0"/>
              <dgm:constr type="b" for="ch" forName="rect6ChTx" ptType="all" refPtType="all" refType="b" refFor="ch" refForName="rect6ParTx" op="none" fact="1.000000" val="0"/>
              <dgm:constr type="r" for="ch" forName="rect6ParTxNoCh" ptType="all" refPtType="all" refType="l" refFor="ch" refForName="space" op="none" fact="1.000000" val="0"/>
              <dgm:constr type="w" for="ch" forName="rect6ParTxNoCh" ptType="all" refPtType="all" refType="w" refFor="ch" refForName="rect6" op="none" fact="1.000000" val="0"/>
              <dgm:constr type="t" for="ch" forName="rect6ParTxNoCh" ptType="all" refPtType="all" refType="t" refFor="ch" refForName="rect6" op="none" fact="1.000000" val="0"/>
              <dgm:constr type="b" for="ch" forName="rect6ParTxNoCh" ptType="all" refPtType="all" refType="t" refFor="ch" refForName="rect7" op="none" fact="1.000000" val="0"/>
              <dgm:constr type="primFontSz" for="ch" ptType="all" refPtType="all" refType="none" refFor="self" op="equ" fact="1.000000" val="65"/>
              <dgm:constr type="secFontSz" for="ch" ptType="all" refPtType="all" refType="none" refFor="self" op="equ" fact="1.000000" val="65"/>
            </dgm:constrLst>
          </dgm:if>
          <dgm:else name="Name21">
            <dgm:constrLst/>
          </dgm:else>
        </dgm:choose>
      </dgm:else>
    </dgm:choose>
    <dgm:forEach name="Name22" axis="ch" ptType="node" cnt="1">
      <dgm:layoutNode name="circle1" styleLbl="node1">
        <dgm:alg type="sp"/>
        <dgm:presOf/>
        <dgm:constrLst/>
        <dgm:ruleLst/>
        <dgm:choose name="Name23">
          <dgm:if name="Name24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25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space">
        <dgm:alg type="sp"/>
        <dgm:shape rot="0.000000" type="none" r:blip="" blipPhldr="0" lkTxEntry="0" zOrderOff="0" hideGeom="0">
          <dgm:adjLst/>
        </dgm:shape>
        <dgm:presOf/>
        <dgm:constrLst/>
        <dgm:ruleLst/>
      </dgm:layoutNode>
      <dgm:layoutNode name="rect1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2" styleLbl="node1">
        <dgm:alg type="sp"/>
        <dgm:presOf/>
        <dgm:constrLst/>
        <dgm:ruleLst/>
        <dgm:choose name="Name27">
          <dgm:if name="Name28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29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2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3" styleLbl="node1">
        <dgm:alg type="sp"/>
        <dgm:presOf/>
        <dgm:constrLst/>
        <dgm:ruleLst/>
        <dgm:choose name="Name31">
          <dgm:if name="Name32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33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3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4" styleLbl="node1">
        <dgm:alg type="sp"/>
        <dgm:presOf/>
        <dgm:constrLst/>
        <dgm:ruleLst/>
        <dgm:choose name="Name35">
          <dgm:if name="Name36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37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4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5" styleLbl="node1">
        <dgm:alg type="sp"/>
        <dgm:presOf/>
        <dgm:constrLst/>
        <dgm:ruleLst/>
        <dgm:choose name="Name39">
          <dgm:if name="Name40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41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5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6" styleLbl="node1">
        <dgm:alg type="sp"/>
        <dgm:presOf/>
        <dgm:constrLst/>
        <dgm:ruleLst/>
        <dgm:choose name="Name43">
          <dgm:if name="Name44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45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6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rot="0.000000" type="rect" r:blip="" blipPhldr="0" lkTxEntry="0" zOrderOff="0" hideGeom="1">
          <dgm:adjLst/>
        </dgm:shape>
        <dgm:presOf/>
        <dgm:constrLst/>
        <dgm:ruleLst/>
      </dgm:layoutNode>
      <dgm:layoutNode name="circle7" styleLbl="node1">
        <dgm:alg type="sp"/>
        <dgm:presOf/>
        <dgm:constrLst/>
        <dgm:ruleLst/>
        <dgm:choose name="Name47">
          <dgm:if name="Name48" func="var" arg="dir" op="equ" val="norm">
            <dgm:shape rot="0.000000" type="pie" r:blip="" blipPhldr="0" lkTxEntry="0" zOrderOff="0" hideGeom="0">
              <dgm:adjLst>
                <dgm:adj idx="1" val="90.000000"/>
                <dgm:adj idx="2" val="270.000000"/>
              </dgm:adjLst>
            </dgm:shape>
          </dgm:if>
          <dgm:else name="Name49">
            <dgm:shape rot="0.000000" type="pie" r:blip="" blipPhldr="0" lkTxEntry="0" zOrderOff="0" hideGeom="0">
              <dgm:adjLst>
                <dgm:adj idx="1" val="270.000000"/>
                <dgm:adj idx="2" val="90.000000"/>
              </dgm:adjLst>
            </dgm:shape>
          </dgm:else>
        </dgm:choose>
      </dgm:layoutNode>
      <dgm:layoutNode name="rect7" styleLbl="alignAcc1">
        <dgm:alg type="sp"/>
        <dgm:shape rot="0.000000" type="rect" r:blip="" blipPhldr="0" lkTxEntry="0" zOrderOff="0" hideGeom="0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arg="none" op="gte" val="2">
          <dgm:layoutNode name="rect1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1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53">
          <dgm:layoutNode name="rect1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54" axis="ch" ptType="node" st="2" cnt="1">
      <dgm:choose name="Name55">
        <dgm:if name="Name56" axis="root des" ptType="all node" func="maxDepth" arg="none" op="gte" val="2">
          <dgm:layoutNode name="rect2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2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57">
          <dgm:layoutNode name="rect2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58" axis="ch" ptType="node" st="3" cnt="1">
      <dgm:choose name="Name59">
        <dgm:if name="Name60" axis="root des" ptType="all node" func="maxDepth" arg="none" op="gte" val="2">
          <dgm:layoutNode name="rect3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3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61">
          <dgm:layoutNode name="rect3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62" axis="ch" ptType="node" st="4" cnt="1">
      <dgm:choose name="Name63">
        <dgm:if name="Name64" axis="root des" ptType="all node" func="maxDepth" arg="none" op="gte" val="2">
          <dgm:layoutNode name="rect4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4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65">
          <dgm:layoutNode name="rect4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66" axis="ch" ptType="node" st="5" cnt="1">
      <dgm:choose name="Name67">
        <dgm:if name="Name68" axis="root des" ptType="all node" func="maxDepth" arg="none" op="gte" val="2">
          <dgm:layoutNode name="rect5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5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69">
          <dgm:layoutNode name="rect5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70" axis="ch" ptType="node" st="6" cnt="1">
      <dgm:choose name="Name71">
        <dgm:if name="Name72" axis="root des" ptType="all node" func="maxDepth" arg="none" op="gte" val="2">
          <dgm:layoutNode name="rect6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6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73">
          <dgm:layoutNode name="rect6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  <dgm:forEach name="Name74" axis="ch" ptType="node" st="7" cnt="1">
      <dgm:choose name="Name75">
        <dgm:if name="Name76" axis="root des" ptType="all node" func="maxDepth" arg="none" op="gte" val="2">
          <dgm:layoutNode name="rect7ParTx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  <dgm:layoutNode name="rect7ChTx" styleLbl="alignAcc1">
            <dgm:alg type="tx">
              <dgm:param type="stBulletLvl" val="1"/>
              <dgm:param type="txAnchorVertCh" val="mid"/>
            </dgm:alg>
            <dgm:shape rot="0.000000" type="rect" r:blip="" blipPhldr="0" lkTxEntry="0" zOrderOff="0" hideGeom="1">
              <dgm:adjLst/>
            </dgm:shape>
            <dgm:presOf axis="des" ptType="node"/>
            <dgm:constrLst>
              <dgm:constr type="lMarg" for="self" ptType="all" refPtType="all" refType="secFontSz" refFor="self" op="none" fact="0.300000" val="0"/>
              <dgm:constr type="rMarg" for="self" ptType="all" refPtType="all" refType="secFontSz" refFor="self" op="none" fact="0.300000" val="0"/>
              <dgm:constr type="tMarg" for="self" ptType="all" refPtType="all" refType="secFontSz" refFor="self" op="none" fact="0.300000" val="0"/>
              <dgm:constr type="bMarg" for="self" ptType="all" refPtType="all" refType="secFontSz" refFor="self" op="none" fact="0.300000" val="0"/>
            </dgm:constrLst>
            <dgm:ruleLst>
              <dgm:rule type="secFontSz" for="self" ptType="all" val="5" fact="NaN" max="NaN"/>
            </dgm:ruleLst>
            <dgm:varLst>
              <dgm:bulletEnabled val="1"/>
            </dgm:varLst>
          </dgm:layoutNode>
        </dgm:if>
        <dgm:else name="Name77">
          <dgm:layoutNode name="rect7ParTxNoCh" styleLbl="alignAcc1">
            <dgm:alg type="tx"/>
            <dgm:shape rot="0.000000" type="rect" r:blip="" blipPhldr="0" lkTxEntry="0" zOrderOff="0" hideGeom="1">
              <dgm:adjLst/>
            </dgm:shape>
            <dgm:presOf axis="self"/>
            <dgm:constrLst>
              <dgm:constr type="lMarg" for="self" ptType="all" refPtType="all" refType="primFontSz" refFor="self" op="none" fact="0.300000" val="0"/>
              <dgm:constr type="rMarg" for="self" ptType="all" refPtType="all" refType="primFontSz" refFor="self" op="none" fact="0.300000" val="0"/>
              <dgm:constr type="tMarg" for="self" ptType="all" refPtType="all" refType="primFontSz" refFor="self" op="none" fact="0.300000" val="0"/>
              <dgm:constr type="bMarg" for="self" ptType="all" refPtType="all" refType="primFontSz" refFor="self" op="none" fact="0.300000" val="0"/>
            </dgm:constrLst>
            <dgm:ruleLst>
              <dgm:rule type="primFontSz" for="self" ptType="all" val="5" fact="NaN" max="NaN"/>
            </dgm:ruleLst>
            <dgm:varLst>
              <dgm:chMax val="1"/>
              <dgm:bulletEnabled val="1"/>
            </dgm:var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0" destOrd="0"/>
        <dgm:cxn modelId="8" type="parOf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alg type="composite">
      <dgm:param type="ar" val="1"/>
    </dgm:alg>
    <dgm:shape rot="0.000000" type="none" r:blip="" blipPhldr="0" lkTxEntry="0" zOrderOff="0" hideGeom="0">
      <dgm:adjLst/>
    </dgm:shape>
    <dgm:presOf/>
    <dgm:ruleLst/>
    <dgm:varLst>
      <dgm:chMax val="1"/>
      <dgm:dir val="norm"/>
      <dgm:resizeHandles val="exact"/>
    </dgm:varLst>
    <dgm:choose name="Name0">
      <dgm:if name="Name1" func="var" arg="dir" op="equ" val="norm">
        <dgm:constrLst>
          <dgm:constr type="w" for="ch" forName="diamond" ptType="all" refPtType="all" refType="w" refFor="self" op="none" fact="1.000000" val="0"/>
          <dgm:constr type="h" for="ch" forName="diamond" ptType="all" refPtType="all" refType="h" refFor="self" op="none" fact="1.000000" val="0"/>
          <dgm:constr type="w" for="ch" forName="quad1" ptType="all" refPtType="all" refType="w" refFor="self" op="none" fact="0.390000" val="0"/>
          <dgm:constr type="h" for="ch" forName="quad1" ptType="all" refPtType="all" refType="h" refFor="self" op="none" fact="0.390000" val="0"/>
          <dgm:constr type="ctrX" for="ch" forName="quad1" ptType="all" refPtType="all" refType="w" refFor="self" op="none" fact="0.290000" val="0"/>
          <dgm:constr type="ctrY" for="ch" forName="quad1" ptType="all" refPtType="all" refType="h" refFor="self" op="none" fact="0.290000" val="0"/>
          <dgm:constr type="w" for="ch" forName="quad2" ptType="all" refPtType="all" refType="w" refFor="self" op="none" fact="0.390000" val="0"/>
          <dgm:constr type="h" for="ch" forName="quad2" ptType="all" refPtType="all" refType="h" refFor="self" op="none" fact="0.390000" val="0"/>
          <dgm:constr type="ctrX" for="ch" forName="quad2" ptType="all" refPtType="all" refType="w" refFor="self" op="none" fact="0.710000" val="0"/>
          <dgm:constr type="ctrY" for="ch" forName="quad2" ptType="all" refPtType="all" refType="h" refFor="self" op="none" fact="0.290000" val="0"/>
          <dgm:constr type="w" for="ch" forName="quad3" ptType="all" refPtType="all" refType="w" refFor="self" op="none" fact="0.390000" val="0"/>
          <dgm:constr type="h" for="ch" forName="quad3" ptType="all" refPtType="all" refType="h" refFor="self" op="none" fact="0.390000" val="0"/>
          <dgm:constr type="ctrX" for="ch" forName="quad3" ptType="all" refPtType="all" refType="w" refFor="self" op="none" fact="0.290000" val="0"/>
          <dgm:constr type="ctrY" for="ch" forName="quad3" ptType="all" refPtType="all" refType="h" refFor="self" op="none" fact="0.710000" val="0"/>
          <dgm:constr type="w" for="ch" forName="quad4" ptType="all" refPtType="all" refType="w" refFor="self" op="none" fact="0.390000" val="0"/>
          <dgm:constr type="h" for="ch" forName="quad4" ptType="all" refPtType="all" refType="h" refFor="self" op="none" fact="0.390000" val="0"/>
          <dgm:constr type="ctrX" for="ch" forName="quad4" ptType="all" refPtType="all" refType="w" refFor="self" op="none" fact="0.710000" val="0"/>
          <dgm:constr type="ctrY" for="ch" forName="quad4" ptType="all" refPtType="all" refType="h" refFor="self" op="none" fact="0.710000" val="0"/>
          <dgm:constr type="primFontSz" for="des" ptType="node" refPtType="all" refType="none" refFor="self" op="equ" fact="1.000000" val="65"/>
        </dgm:constrLst>
      </dgm:if>
      <dgm:else name="Name2">
        <dgm:constrLst>
          <dgm:constr type="w" for="ch" forName="diamond" ptType="all" refPtType="all" refType="w" refFor="self" op="none" fact="1.000000" val="0"/>
          <dgm:constr type="h" for="ch" forName="diamond" ptType="all" refPtType="all" refType="h" refFor="self" op="none" fact="1.000000" val="0"/>
          <dgm:constr type="w" for="ch" forName="quad1" ptType="all" refPtType="all" refType="w" refFor="self" op="none" fact="0.390000" val="0"/>
          <dgm:constr type="h" for="ch" forName="quad1" ptType="all" refPtType="all" refType="h" refFor="self" op="none" fact="0.390000" val="0"/>
          <dgm:constr type="ctrX" for="ch" forName="quad1" ptType="all" refPtType="all" refType="w" refFor="self" op="none" fact="0.710000" val="0"/>
          <dgm:constr type="ctrY" for="ch" forName="quad1" ptType="all" refPtType="all" refType="h" refFor="self" op="none" fact="0.290000" val="0"/>
          <dgm:constr type="w" for="ch" forName="quad2" ptType="all" refPtType="all" refType="w" refFor="self" op="none" fact="0.390000" val="0"/>
          <dgm:constr type="h" for="ch" forName="quad2" ptType="all" refPtType="all" refType="h" refFor="self" op="none" fact="0.390000" val="0"/>
          <dgm:constr type="ctrX" for="ch" forName="quad2" ptType="all" refPtType="all" refType="w" refFor="self" op="none" fact="0.290000" val="0"/>
          <dgm:constr type="ctrY" for="ch" forName="quad2" ptType="all" refPtType="all" refType="h" refFor="self" op="none" fact="0.290000" val="0"/>
          <dgm:constr type="w" for="ch" forName="quad3" ptType="all" refPtType="all" refType="w" refFor="self" op="none" fact="0.390000" val="0"/>
          <dgm:constr type="h" for="ch" forName="quad3" ptType="all" refPtType="all" refType="h" refFor="self" op="none" fact="0.390000" val="0"/>
          <dgm:constr type="ctrX" for="ch" forName="quad3" ptType="all" refPtType="all" refType="w" refFor="self" op="none" fact="0.710000" val="0"/>
          <dgm:constr type="ctrY" for="ch" forName="quad3" ptType="all" refPtType="all" refType="h" refFor="self" op="none" fact="0.710000" val="0"/>
          <dgm:constr type="w" for="ch" forName="quad4" ptType="all" refPtType="all" refType="w" refFor="self" op="none" fact="0.390000" val="0"/>
          <dgm:constr type="h" for="ch" forName="quad4" ptType="all" refPtType="all" refType="h" refFor="self" op="none" fact="0.390000" val="0"/>
          <dgm:constr type="ctrX" for="ch" forName="quad4" ptType="all" refPtType="all" refType="w" refFor="self" op="none" fact="0.290000" val="0"/>
          <dgm:constr type="ctrY" for="ch" forName="quad4" ptType="all" refPtType="all" refType="h" refFor="self" op="none" fact="0.710000" val="0"/>
          <dgm:constr type="primFontSz" for="des" ptType="node" refPtType="all" refType="none" refFor="self" op="equ" fact="1.000000" val="65"/>
        </dgm:constrLst>
      </dgm:else>
    </dgm:choose>
    <dgm:choose name="Name3">
      <dgm:if name="Name4" axis="ch" ptType="node" func="cnt" arg="none" op="gte" val="1">
        <dgm:layoutNode name="diamond" styleLbl="bgShp">
          <dgm:alg type="sp"/>
          <dgm:shape rot="0.000000" type="diamond" r:blip="" blipPhldr="0" lkTxEntry="0" zOrderOff="0" hideGeom="0">
            <dgm:adjLst/>
          </dgm:shape>
          <dgm:presOf/>
          <dgm:constrLst>
            <dgm:constr type="w" for="self" ptType="all" refPtType="all" refType="h" refFor="self" op="equ" fact="1.000000" val="0"/>
          </dgm:constrLst>
          <dgm:ruleLst/>
        </dgm:layoutNode>
        <dgm:layoutNode name="quad1">
          <dgm:alg type="tx"/>
          <dgm:shape rot="0.000000" type="roundRect" r:blip="" blipPhldr="0" lkTxEntry="0" zOrderOff="0" hideGeom="0">
            <dgm:adjLst/>
          </dgm:shape>
          <dgm:presOf axis="ch desOrSelf" ptType="node node" st="1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2">
          <dgm:alg type="tx"/>
          <dgm:shape rot="0.000000" type="roundRect" r:blip="" blipPhldr="0" lkTxEntry="0" zOrderOff="0" hideGeom="0">
            <dgm:adjLst/>
          </dgm:shape>
          <dgm:presOf axis="ch desOrSelf" ptType="node node" st="2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3">
          <dgm:alg type="tx"/>
          <dgm:shape rot="0.000000" type="roundRect" r:blip="" blipPhldr="0" lkTxEntry="0" zOrderOff="0" hideGeom="0">
            <dgm:adjLst/>
          </dgm:shape>
          <dgm:presOf axis="ch desOrSelf" ptType="node node" st="3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4">
          <dgm:alg type="tx"/>
          <dgm:shape rot="0.000000" type="roundRect" r:blip="" blipPhldr="0" lkTxEntry="0" zOrderOff="0" hideGeom="0">
            <dgm:adjLst/>
          </dgm:shape>
          <dgm:presOf axis="ch desOrSelf" ptType="node node" st="4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</dgm:ptLst>
      <dgm:cxnLst>
        <dgm:cxn modelId="4" type="parOf" srcId="0" destId="1" srcOrd="0" destOrd="0"/>
        <dgm:cxn modelId="5" type="parOf" srcId="1" destId="11" srcOrd="0" destOrd="0"/>
        <dgm:cxn modelId="6" type="parOf" srcId="1" destId="12" srcOrd="1" destOrd="0"/>
        <dgm:cxn modelId="7" type="parOf" srcId="0" destId="2" srcOrd="1" destOrd="0"/>
        <dgm:cxn modelId="8" type="parOf" srcId="2" destId="21" srcOrd="0" destOrd="0"/>
        <dgm:cxn modelId="9" type="parOf" srcId="2" destId="2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11" type="node"/>
        <dgm:pt modelId="2" type="node"/>
        <dgm:pt modelId="21" type="node"/>
      </dgm:ptLst>
      <dgm:cxnLst>
        <dgm:cxn modelId="4" type="parOf" srcId="0" destId="1" srcOrd="0" destOrd="0"/>
        <dgm:cxn modelId="5" type="parOf" srcId="0" destId="2" srcOrd="1" destOrd="0"/>
        <dgm:cxn modelId="13" type="parOf" srcId="1" destId="11" srcOrd="0" destOrd="0"/>
        <dgm:cxn modelId="23" type="parOf" srcId="2" destId="2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primFontSz" for="des" forName="rootText" ptType="all" refPtType="all" refType="none" refFor="self" op="equ" fact="1.000000" val="65"/>
      <dgm:constr type="primFontSz" for="des" forName="childText" ptType="all" refPtType="all" refType="none" refFor="self" op="equ" fact="1.000000" val="65"/>
      <dgm:constr type="w" for="des" forName="rootComposite" ptType="all" refPtType="all" refType="w" refFor="self" op="none" fact="1.000000" val="0"/>
      <dgm:constr type="h" for="des" forName="rootComposite" ptType="all" refPtType="all" refType="w" refFor="self" op="none" fact="0.500000" val="0"/>
      <dgm:constr type="w" for="des" forName="childText" ptType="all" refPtType="all" refType="w" refFor="des" refForName="rootComposite" op="none" fact="0.800000" val="0"/>
      <dgm:constr type="h" for="des" forName="childText" ptType="all" refPtType="all" refType="h" refFor="des" refForName="rootComposite" op="none" fact="1.000000" val="0"/>
      <dgm:constr type="sibSp" for="self" ptType="all" refPtType="all" refType="w" refFor="des" refForName="rootComposite" op="none" fact="0.250000" val="0"/>
      <dgm:constr type="sibSp" for="des" forName="childShape" ptType="all" refPtType="all" refType="h" refFor="des" refForName="childText" op="none" fact="0.250000" val="0"/>
      <dgm:constr type="sp" for="des" forName="root" ptType="all" refPtType="all" refType="h" refFor="des" refForName="childText" op="none" fact="0.25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 cnt="1">
        <dgm:layoutNode name="root">
          <dgm:shape rot="0.000000" type="none" r:blip="" blipPhldr="0" lkTxEntry="0" zOrderOff="0" hideGeom="0">
            <dgm:adjLst/>
          </dgm:shape>
          <dgm:presOf/>
          <dgm:constrLst>
            <dgm:constr type="alignOff" for="self" ptType="all" refPtType="all" refType="none" refFor="self" op="none" fact="1.000000" val="0.20000000000000001"/>
          </dgm:constrLst>
          <dgm:ruleLst/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layoutNode name="rootComposite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8">
              <dgm:if name="Name9" func="var" arg="dir" op="equ" val="norm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l" for="ch" forName="rootConnector" ptType="all" refPtType="all" refType="none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if>
              <dgm:else name="Name10">
                <dgm:constrLst>
                  <dgm:constr type="l" for="ch" forName="rootText" ptType="all" refPtType="all" refType="none" refFor="self" op="none" fact="1.000000" val="0"/>
                  <dgm:constr type="t" for="ch" forName="rootText" ptType="all" refPtType="all" refType="none" refFor="self" op="none" fact="1.000000" val="0"/>
                  <dgm:constr type="w" for="ch" forName="rootText" ptType="all" refPtType="all" refType="w" refFor="self" op="none" fact="1.000000" val="0"/>
                  <dgm:constr type="h" for="ch" forName="rootText" ptType="all" refPtType="all" refType="h" refFor="self" op="none" fact="1.000000" val="0"/>
                  <dgm:constr type="r" for="ch" forName="rootConnector" ptType="all" refPtType="all" refType="w" refFor="self" op="none" fact="1.000000" val="0"/>
                  <dgm:constr type="t" for="ch" forName="rootConnector" ptType="all" refPtType="all" refType="none" refFor="self" op="none" fact="1.000000" val="0"/>
                  <dgm:constr type="w" for="ch" forName="rootConnector" ptType="all" refPtType="all" refType="w" refFor="ch" refForName="rootText" op="none" fact="0.200000" val="0"/>
                  <dgm:constr type="h" for="ch" forName="rootConnector" ptType="all" refPtType="all" refType="h" refFor="ch" refForName="rootText" op="none" fact="1.000000" val="0"/>
                </dgm:constrLst>
              </dgm:else>
            </dgm:choose>
            <dgm:layoutNode name="rootText" styleLbl="node1">
              <dgm:alg type="tx"/>
              <dgm:shape rot="0.000000" type="roundRect" r:blip="" blipPhldr="0" lkTxEntry="0" zOrderOff="0" hideGeom="0">
                <dgm:adjLst>
                  <dgm:adj idx="1" val="0.100000"/>
                </dgm:adjLst>
              </dgm:shape>
              <dgm:presOf axis="self" ptType="node" cnt="1"/>
              <dgm:constrLst>
                <dgm:constr type="tMarg" for="self" ptType="all" refPtType="all" refType="primFontSz" refFor="self" op="none" fact="0.100000" val="0"/>
                <dgm:constr type="bMarg" for="self" ptType="all" refPtType="all" refType="primFontSz" refFor="self" op="none" fact="0.100000" val="0"/>
                <dgm:constr type="lMarg" for="self" ptType="all" refPtType="all" refType="primFontSz" refFor="self" op="none" fact="0.150000" val="0"/>
                <dgm:constr type="rMarg" for="self" ptType="all" refPtType="all" refType="primFontSz" refFor="self" op="none" fact="0.150000" val="0"/>
              </dgm:constrLst>
              <dgm:ruleLst>
                <dgm:rule type="primFontSz" for="self" ptType="all" val="5" fact="NaN" max="NaN"/>
              </dgm:ruleLst>
            </dgm:layoutNode>
            <dgm:layoutNode name="rootConnector" moveWith="rootText">
              <dgm:alg type="sp"/>
              <dgm:shape rot="0.000000" type="roundRect" r:blip="" blipPhldr="0" lkTxEntry="0" zOrderOff="0" hideGeom="1">
                <dgm:adjLst>
                  <dgm:adj idx="1" val="0.100000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rot="0.000000" type="none" r:blip="" blipPhldr="0" lkTxEntry="0" zOrderOff="0" hideGeom="0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shape rot="0.000000" type="conn" r:blip="" blipPhldr="0" lkTxEntry="0" zOrderOff="0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</dgm:layoutNode>
              </dgm:forEach>
              <dgm:forEach name="Name17" axis="self" ptType="node">
                <dgm:layoutNode name="childText" styleLbl="bgAcc1">
                  <dgm:alg type="tx"/>
                  <dgm:shape rot="0.000000" type="roundRect" r:blip="" blipPhldr="0" lkTxEntry="0" zOrderOff="0" hideGeom="0">
                    <dgm:adjLst>
                      <dgm:adj idx="1" val="0.100000"/>
                    </dgm:adjLst>
                  </dgm:shape>
                  <dgm:presOf axis="self desOrSelf" ptType="node node" st="1 1" cnt="1 0"/>
                  <dgm:constrLst>
                    <dgm:constr type="tMarg" for="self" ptType="all" refPtType="all" refType="primFontSz" refFor="self" op="none" fact="0.100000" val="0"/>
                    <dgm:constr type="bMarg" for="self" ptType="all" refPtType="all" refType="primFontSz" refFor="self" op="none" fact="0.100000" val="0"/>
                    <dgm:constr type="lMarg" for="self" ptType="all" refPtType="all" refType="primFontSz" refFor="self" op="none" fact="0.150000" val="0"/>
                    <dgm:constr type="rMarg" for="self" ptType="all" refPtType="all" refType="primFontSz" refFor="self" op="none" fact="0.150000" val="0"/>
                  </dgm:constrLst>
                  <dgm:ruleLst>
                    <dgm:rule type="primFontSz" for="self" ptType="all" val="5" fact="NaN" max="NaN"/>
                  </dgm:ruleLst>
                  <dgm:varLst>
                    <dgm:bulletEnabled val="1"/>
                  </dgm:var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 type="node">
          <dgm:prSet phldr="1"/>
        </dgm:pt>
        <dgm:pt modelId="2" type="asst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5" type="parOf" srcId="0" destId="1" srcOrd="0" destOrd="0"/>
        <dgm:cxn modelId="6" type="parOf" srcId="1" destId="2" srcOrd="0" destOrd="0"/>
        <dgm:cxn modelId="7" type="parOf" srcId="1" destId="3" srcOrd="1" destOrd="0"/>
        <dgm:cxn modelId="8" type="parOf" srcId="1" destId="4" srcOrd="2" destOrd="0"/>
        <dgm:cxn modelId="9" type="parOf" srcId="1" destId="5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2" type="node"/>
        <dgm:pt modelId="13" type="node"/>
      </dgm:ptLst>
      <dgm:cxnLst>
        <dgm:cxn modelId="2" type="parOf" srcId="0" destId="1" srcOrd="0" destOrd="0"/>
        <dgm:cxn modelId="16" type="parOf" srcId="1" destId="12" srcOrd="1" destOrd="0"/>
        <dgm:cxn modelId="17" type="parOf" srcId="1" destId="13" srcOrd="2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asst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2" destOrd="0"/>
      </dgm:cxnLst>
      <dgm:bg/>
      <dgm:whole/>
    </dgm:dataModel>
  </dgm:clrData>
  <dgm:layoutNode name="hierChild1">
    <dgm:shape rot="0.000000" type="none" r:blip="" blipPhldr="0" lkTxEntry="0" zOrderOff="0" hideGeom="0">
      <dgm:adjLst/>
    </dgm:shape>
    <dgm:presOf/>
    <dgm:constrLst>
      <dgm:constr type="w" for="des" forName="rootComposite1" ptType="all" refPtType="all" refType="w" refFor="self" op="none" fact="10.000000" val="0"/>
      <dgm:constr type="h" for="des" forName="rootComposite1" ptType="all" refPtType="all" refType="w" refFor="des" refForName="rootComposite1" op="none" fact="0.500000" val="0"/>
      <dgm:constr type="w" for="des" forName="rootComposite" ptType="all" refPtType="all" refType="w" refFor="self" op="none" fact="10.000000" val="0"/>
      <dgm:constr type="h" for="des" forName="rootComposite" ptType="all" refPtType="all" refType="w" refFor="des" refForName="rootComposite1" op="none" fact="0.500000" val="0"/>
      <dgm:constr type="w" for="des" forName="rootComposite3" ptType="all" refPtType="all" refType="w" refFor="self" op="none" fact="10.000000" val="0"/>
      <dgm:constr type="h" for="des" forName="rootComposite3" ptType="all" refPtType="all" refType="w" refFor="des" refForName="rootComposite1" op="none" fact="0.500000" val="0"/>
      <dgm:constr type="primFontSz" for="des" ptType="node" refPtType="all" refType="none" refFor="self" op="equ" fact="1.000000" val="0"/>
      <dgm:constr type="sp" for="des" ptType="all" refPtType="all" refType="none" refFor="self" op="equ" fact="1.000000" val="0"/>
      <dgm:constr type="sp" for="des" forName="hierRoot1" ptType="all" refPtType="all" refType="w" refFor="des" refForName="rootComposite1" op="none" fact="0.210000" val="0"/>
      <dgm:constr type="sp" for="des" forName="hierRoot2" ptType="all" refPtType="all" refType="sp" refFor="des" refForName="hierRoot1" op="none" fact="1.000000" val="0"/>
      <dgm:constr type="sp" for="des" forName="hierRoot3" ptType="all" refPtType="all" refType="sp" refFor="des" refForName="hierRoot1" op="none" fact="1.000000" val="0"/>
      <dgm:constr type="sibSp" for="self" ptType="all" refPtType="all" refType="w" refFor="des" refForName="rootComposite1" op="none" fact="0.210000" val="0"/>
      <dgm:constr type="sibSp" for="des" forName="hierChild2" ptType="all" refPtType="all" refType="sibSp" refFor="self" op="none" fact="1.000000" val="0"/>
      <dgm:constr type="sibSp" for="des" forName="hierChild3" ptType="all" refPtType="all" refType="sibSp" refFor="self" op="none" fact="1.000000" val="0"/>
      <dgm:constr type="sibSp" for="des" forName="hierChild4" ptType="all" refPtType="all" refType="sibSp" refFor="self" op="none" fact="1.000000" val="0"/>
      <dgm:constr type="sibSp" for="des" forName="hierChild5" ptType="all" refPtType="all" refType="sibSp" refFor="self" op="none" fact="1.000000" val="0"/>
      <dgm:constr type="sibSp" for="des" forName="hierChild6" ptType="all" refPtType="all" refType="sibSp" refFor="self" op="none" fact="1.000000" val="0"/>
      <dgm:constr type="sibSp" for="des" forName="hierChild7" ptType="all" refPtType="all" refType="sibSp" refFor="self" op="none" fact="1.000000" val="0"/>
      <dgm:constr type="secSibSp" for="self" ptType="all" refPtType="all" refType="w" refFor="des" refForName="rootComposite1" op="none" fact="0.210000" val="0"/>
      <dgm:constr type="secSibSp" for="des" forName="hierChild2" ptType="all" refPtType="all" refType="secSibSp" refFor="self" op="none" fact="1.000000" val="0"/>
      <dgm:constr type="secSibSp" for="des" forName="hierChild3" ptType="all" refPtType="all" refType="secSibSp" refFor="self" op="none" fact="1.000000" val="0"/>
      <dgm:constr type="secSibSp" for="des" forName="hierChild4" ptType="all" refPtType="all" refType="secSibSp" refFor="self" op="none" fact="1.000000" val="0"/>
      <dgm:constr type="secSibSp" for="des" forName="hierChild5" ptType="all" refPtType="all" refType="secSibSp" refFor="self" op="none" fact="1.000000" val="0"/>
      <dgm:constr type="secSibSp" for="des" forName="hierChild6" ptType="all" refPtType="all" refType="secSibSp" refFor="self" op="none" fact="1.000000" val="0"/>
      <dgm:constr type="secSibSp" for="des" forName="hierChild7" ptType="all" refPtType="all" refType="secSibSp" refFor="self" op="none" fact="1.00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>
        <dgm:layoutNode name="hierRoot1">
          <dgm:shape rot="0.000000" type="none" r:blip="" blipPhldr="0" lkTxEntry="0" zOrderOff="0" hideGeom="0">
            <dgm:adjLst/>
          </dgm:shape>
          <dgm:presOf/>
          <dgm:ruleLst/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arg="none" op="gte" val="1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arg="none" op="gte" val="1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for="self" ptType="all" refPtType="all" refType="none" refFor="self" op="none" fact="1.000000" val="0.65000000000000002"/>
              </dgm:constrLst>
            </dgm:if>
            <dgm:else name="Name15">
              <dgm:alg type="hierRoot"/>
              <dgm:constrLst>
                <dgm:constr type="alignOff" for="self" ptType="all" refPtType="all" refType="none" refFor="self" op="none" fact="1.000000" val="0"/>
                <dgm:constr type="bendDist" for="des" ptType="parTrans" refPtType="all" refType="sp" refFor="self" op="none" fact="0.500000" val="0"/>
              </dgm:constrLst>
            </dgm:else>
          </dgm:choose>
          <dgm:layoutNode name="rootComposite1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16">
              <dgm:if name="Name17" func="var" arg="hierBranch" op="equ" val="init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8" func="var" arg="hierBranch" op="equ" val="l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9" func="var" arg="hierBranch" op="equ" val="r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else name="Name20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else>
            </dgm:choose>
            <dgm:layoutNode name="rootText1" styleLbl="node0">
              <dgm:alg type="tx"/>
              <dgm:shape rot="0.000000" type="rect" r:blip="" blipPhldr="0" lkTxEntry="0" zOrderOff="0" hideGeom="0">
                <dgm:adjLst/>
              </dgm:shape>
              <dgm:presOf axis="self" ptType="node" cnt="1"/>
              <dgm:constrLst>
                <dgm:constr type="primFontSz" for="self" ptType="all" refPtType="all" refType="none" refFor="self" op="none" fact="1.000000" val="65"/>
                <dgm:constr type="lMarg" for="self" ptType="all" refPtType="all" refType="primFontSz" refFor="self" op="none" fact="0.050000" val="0"/>
                <dgm:constr type="rMarg" for="self" ptType="all" refPtType="all" refType="primFontSz" refFor="self" op="none" fact="0.05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</dgm:constrLst>
              <dgm:ruleLst>
                <dgm:rule type="primFontSz" for="self" ptType="all" val="5" fact="NaN" max="NaN"/>
              </dgm:ruleLst>
              <dgm:varLst>
                <dgm:chPref val="3"/>
              </dgm:varLst>
            </dgm:layoutNode>
            <dgm:layoutNode name="rootConnector1" moveWith="rootText1">
              <dgm:alg type="sp"/>
              <dgm:shape rot="0.000000" type="rect" r:blip="" blipPhldr="0" lkTxEntry="0" zOrderOff="0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38">
                        <dgm:if name="Name39" axis="self" func="depth" arg="none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arg="none" op="lte" val="1">
                              <dgm:choose name="Name43">
                                <dgm:if name="Name44" axis="par ch" ptType="node asst" func="cnt" arg="none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else name="Name49">
                    <dgm:layoutNode name="Name50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51">
                        <dgm:if name="Name52" axis="self" func="depth" arg="none" op="lte" val="2">
                          <dgm:choose name="Name53">
                            <dgm:if name="Name54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</dgm:layoutNode>
                  </dgm:else>
                </dgm:choose>
              </dgm:forEach>
              <dgm:layoutNode name="hierRoot2">
                <dgm:ruleLst/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arg="none" op="gte" val="1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arg="none" op="g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70" func="var" arg="hierBranch" op="equ" val="init">
                    <dgm:choose name="Name71">
                      <dgm:if name="Name72" axis="des" func="maxDepth" arg="none" op="lte" val="1">
                        <dgm:choose name="Name73">
                          <dgm:if name="Name74" axis="ch" ptType="asst" func="cnt" arg="none" op="gte" val="1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77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else>
                </dgm:choose>
                <dgm:layoutNode name="rootComposite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78">
                    <dgm:if name="Name79" func="var" arg="hierBranch" op="equ" val="init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0" func="var" arg="hierBranch" op="equ" val="l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1" func="var" arg="hierBranch" op="equ" val="r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else name="Name82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else>
                  </dgm:choose>
                  <dgm:layoutNode name="rootText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" moveWith="rootText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forEach name="Name102" ref="rep2a"/>
                </dgm:layoutNode>
                <dgm:layoutNode name="hierChild5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06" ref="rep2b"/>
                </dgm:layoutNode>
              </dgm:layoutNode>
            </dgm:forEach>
          </dgm:layoutNode>
          <dgm:layoutNode name="hierChild3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rot="0.000000" type="conn" r:blip="" blipPhldr="0" lkTxEntry="0" zOrderOff="-99999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</dgm:layoutNode>
              </dgm:forEach>
              <dgm:layoutNode name="hierRoot3">
                <dgm:ruleLst/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5" func="var" arg="hierBranch" op="equ" val="hang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6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arg="none" op="l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120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121"/>
                </dgm:choose>
                <dgm:layoutNode name="rootComposite3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122">
                    <dgm:if name="Name123" func="var" arg="hierBranch" op="equ" val="init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4" func="var" arg="hierBranch" op="equ" val="l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5" func="var" arg="hierBranch" op="equ" val="r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else name="Name126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else>
                  </dgm:choose>
                  <dgm:layoutNode name="rootText3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3" moveWith="rootText1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forEach name="Name143" ref="rep2a"/>
                </dgm:layoutNode>
                <dgm:layoutNode name="hierChild7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rot="0.000000" type="none" r:blip="" blipPhldr="0" lkTxEntry="0" zOrderOff="0" hideGeom="0">
      <dgm:adjLst/>
    </dgm:shape>
    <dgm:presOf/>
    <dgm:ruleLst/>
    <dgm:varLst>
      <dgm:dir val="norm"/>
      <dgm:resizeHandles val="exact"/>
    </dgm:varLst>
    <dgm:choose name="Name0">
      <dgm:if name="Name1" func="var" arg="dir" op="equ" val="norm">
        <dgm:constrLst>
          <dgm:constr type="w" for="ch" forName="pyramid" ptType="all" refPtType="all" refType="h" refFor="self" op="none" fact="1.000000" val="0"/>
          <dgm:constr type="h" for="ch" forName="pyramid" ptType="all" refPtType="all" refType="h" refFor="self" op="none" fact="1.000000" val="0"/>
          <dgm:constr type="h" for="ch" forName="theList" ptType="all" refPtType="all" refType="h" refFor="self" op="none" fact="0.800000" val="0"/>
          <dgm:constr type="w" for="ch" forName="theList" ptType="all" refPtType="all" refType="h" refFor="self" op="none" fact="0.650000" val="0"/>
          <dgm:constr type="ctrY" for="ch" forName="theList" ptType="all" refPtType="all" refType="h" refFor="ch" refForName="pyramid" op="none" fact="0.500000" val="0"/>
          <dgm:constr type="l" for="ch" forName="theList" ptType="all" refPtType="all" refType="w" refFor="ch" refForName="pyramid" op="none" fact="0.500000" val="0"/>
          <dgm:constr type="h" for="des" forName="aSpace" ptType="all" refPtType="all" refType="h" refFor="self" op="none" fact="0.100000" val="0"/>
        </dgm:constrLst>
      </dgm:if>
      <dgm:else name="Name2">
        <dgm:constrLst>
          <dgm:constr type="w" for="ch" forName="pyramid" ptType="all" refPtType="all" refType="h" refFor="self" op="none" fact="1.000000" val="0"/>
          <dgm:constr type="h" for="ch" forName="pyramid" ptType="all" refPtType="all" refType="h" refFor="self" op="none" fact="1.000000" val="0"/>
          <dgm:constr type="h" for="ch" forName="theList" ptType="all" refPtType="all" refType="h" refFor="self" op="none" fact="0.800000" val="0"/>
          <dgm:constr type="w" for="ch" forName="theList" ptType="all" refPtType="all" refType="h" refFor="self" op="none" fact="0.650000" val="0"/>
          <dgm:constr type="ctrY" for="ch" forName="theList" ptType="all" refPtType="all" refType="h" refFor="ch" refForName="pyramid" op="none" fact="0.500000" val="0"/>
          <dgm:constr type="r" for="ch" forName="theList" ptType="all" refPtType="all" refType="w" refFor="ch" refForName="pyramid" op="none" fact="0.500000" val="0"/>
          <dgm:constr type="h" for="des" forName="aSpace" ptType="all" refPtType="all" refType="h" refFor="self" op="none" fact="0.100000" val="0"/>
        </dgm:constrLst>
      </dgm:else>
    </dgm:choose>
    <dgm:choose name="Name3">
      <dgm:if name="Name4" axis="ch" ptType="node" func="cnt" arg="none" op="gte" val="1">
        <dgm:layoutNode name="pyramid" styleLbl="node1">
          <dgm:alg type="sp"/>
          <dgm:shape rot="0.000000" type="triangle" r:blip="" blipPhldr="0" lkTxEntry="0" zOrderOff="0" hideGeom="0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rot="0.000000" type="none" r:blip="" blipPhldr="0" lkTxEntry="0" zOrderOff="0" hideGeom="0">
            <dgm:adjLst/>
          </dgm:shape>
          <dgm:presOf/>
          <dgm:constrLst>
            <dgm:constr type="w" for="ch" forName="aNode" ptType="all" refPtType="all" refType="w" refFor="self" op="none" fact="1.000000" val="0"/>
            <dgm:constr type="h" for="ch" forName="aNode" ptType="all" refPtType="all" refType="h" refFor="self" op="none" fact="1.000000" val="0"/>
            <dgm:constr type="primFontSz" for="ch" ptType="node" refPtType="all" refType="none" refFor="self" op="equ" fact="1.000000" val="0"/>
          </dgm:constrLst>
          <dgm:ruleLst/>
          <dgm:forEach name="aNodeForEach" axis="ch" ptType="node">
            <dgm:layoutNode name="aNode" styleLbl="fgAcc1">
              <dgm:alg type="tx"/>
              <dgm:shape rot="0.000000" type="roundRect" r:blip="" blipPhldr="0" lkTxEntry="0" zOrderOff="0" hideGeom="0">
                <dgm:adjLst/>
              </dgm:shape>
              <dgm:presOf axis="desOrSelf" ptType="node"/>
              <dgm:constrLst>
                <dgm:constr type="primFontSz" for="self" ptType="all" refPtType="all" refType="none" refFor="self" op="none" fact="1.000000" val="65"/>
                <dgm:constr type="tMarg" for="self" ptType="all" refPtType="all" refType="primFontSz" refFor="self" op="none" fact="0.300000" val="0"/>
                <dgm:constr type="bMarg" for="self" ptType="all" refPtType="all" refType="primFontSz" refFor="self" op="none" fact="0.300000" val="0"/>
                <dgm:constr type="lMarg" for="self" ptType="all" refPtType="all" refType="primFontSz" refFor="self" op="none" fact="0.300000" val="0"/>
                <dgm:constr type="rMarg" for="self" ptType="all" refPtType="all" refType="primFontSz" refFor="self" op="none" fact="0.300000" val="0"/>
              </dgm:constrLst>
              <dgm:ruleLst>
                <dgm:rule type="primFontSz" for="self" ptType="all" val="5" fact="NaN" max="NaN"/>
              </dgm:ruleLst>
              <dgm:varLst>
                <dgm:bulletEnabled val="1"/>
              </dgm:varLst>
            </dgm:layoutNode>
            <dgm:layoutNode name="aSpace">
              <dgm:alg type="sp"/>
              <dgm:shape rot="0.000000" type="none" r:blip="" blipPhldr="0" lkTxEntry="0" zOrderOff="0" hideGeom="0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6" type="parOf" srcId="0" destId="1" srcOrd="0" destOrd="0"/>
        <dgm:cxn modelId="7" type="parOf" srcId="0" destId="2" srcOrd="1" destOrd="0"/>
        <dgm:cxn modelId="8" type="parOf" srcId="0" destId="3" srcOrd="2" destOrd="0"/>
        <dgm:cxn modelId="9" type="parOf" srcId="0" destId="4" srcOrd="3" destOrd="0"/>
        <dgm:cxn modelId="10" type="parOf" srcId="0" destId="5" srcOrd="4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  <dgm:pt modelId="5" type="node"/>
        <dgm:pt modelId="6" type="node"/>
      </dgm:ptLst>
      <dgm:cxnLst>
        <dgm:cxn modelId="7" type="parOf" srcId="0" destId="1" srcOrd="0" destOrd="0"/>
        <dgm:cxn modelId="8" type="parOf" srcId="0" destId="2" srcOrd="1" destOrd="0"/>
        <dgm:cxn modelId="9" type="parOf" srcId="0" destId="3" srcOrd="2" destOrd="0"/>
        <dgm:cxn modelId="10" type="parOf" srcId="0" destId="4" srcOrd="3" destOrd="0"/>
        <dgm:cxn modelId="11" type="parOf" srcId="0" destId="5" srcOrd="4" destOrd="0"/>
        <dgm:cxn modelId="12" type="parOf" srcId="0" destId="6" srcOrd="5" destOrd="0"/>
      </dgm:cxnLst>
      <dgm:bg/>
      <dgm:whole/>
    </dgm:dataModel>
  </dgm:clrData>
  <dgm:layoutNode name="diagram">
    <dgm:shape rot="0.000000" type="none" r:blip="" blipPhldr="0" lkTxEntry="0" zOrderOff="0" hideGeom="0">
      <dgm:adjLst/>
    </dgm:shape>
    <dgm:presOf/>
    <dgm:constrLst>
      <dgm:constr type="w" for="ch" forName="node" ptType="all" refPtType="all" refType="w" refFor="self" op="none" fact="1.000000" val="0"/>
      <dgm:constr type="h" for="ch" forName="node" ptType="all" refPtType="all" refType="w" refFor="ch" refForName="node" op="none" fact="0.600000" val="0"/>
      <dgm:constr type="w" for="ch" forName="sibTrans" ptType="all" refPtType="all" refType="w" refFor="ch" refForName="node" op="none" fact="0.100000" val="0"/>
      <dgm:constr type="sp" for="self" ptType="all" refPtType="all" refType="w" refFor="ch" refForName="sibTrans" op="none" fact="1.000000" val="0"/>
      <dgm:constr type="primFontSz" for="ch" forName="node" ptType="all" refPtType="all" refType="none" refFor="self" op="equ" fact="1.000000" val="65"/>
    </dgm:constrLst>
    <dgm:ruleLst/>
    <dgm:varLst>
      <dgm:dir val="norm"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forEach name="Name3" axis="ch" ptType="node">
      <dgm:layoutNode name="node">
        <dgm:alg type="tx"/>
        <dgm:shape rot="0.000000" type="rect" r:blip="" blipPhldr="0" lkTxEntry="0" zOrderOff="0" hideGeom="0">
          <dgm:adjLst/>
        </dgm:shape>
        <dgm:presOf axis="desOrSelf" ptType="node"/>
        <dgm:constrLst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</dgm:constrLst>
        <dgm:ruleLst>
          <dgm:rule type="primFontSz" for="self" ptType="all" val="5" fact="NaN" max="NaN"/>
        </dgm:ruleLst>
        <dgm:varLst>
          <dgm:bulletEnabled val="1"/>
        </dgm:varLst>
      </dgm:layoutNode>
      <dgm:forEach name="Name4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 type="node">
          <dgm:prSet phldr="1"/>
        </dgm:pt>
        <dgm:pt modelId="2" type="asst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5" type="parOf" srcId="0" destId="1" srcOrd="0" destOrd="0"/>
        <dgm:cxn modelId="6" type="parOf" srcId="1" destId="2" srcOrd="0" destOrd="0"/>
        <dgm:cxn modelId="7" type="parOf" srcId="1" destId="3" srcOrd="1" destOrd="0"/>
        <dgm:cxn modelId="8" type="parOf" srcId="1" destId="4" srcOrd="2" destOrd="0"/>
        <dgm:cxn modelId="9" type="parOf" srcId="1" destId="5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2" type="node"/>
        <dgm:pt modelId="13" type="node"/>
      </dgm:ptLst>
      <dgm:cxnLst>
        <dgm:cxn modelId="2" type="parOf" srcId="0" destId="1" srcOrd="0" destOrd="0"/>
        <dgm:cxn modelId="16" type="parOf" srcId="1" destId="12" srcOrd="1" destOrd="0"/>
        <dgm:cxn modelId="17" type="parOf" srcId="1" destId="13" srcOrd="2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asst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2" destOrd="0"/>
      </dgm:cxnLst>
      <dgm:bg/>
      <dgm:whole/>
    </dgm:dataModel>
  </dgm:clrData>
  <dgm:layoutNode name="hierChild1">
    <dgm:shape rot="0.000000" type="none" r:blip="" blipPhldr="0" lkTxEntry="0" zOrderOff="0" hideGeom="0">
      <dgm:adjLst/>
    </dgm:shape>
    <dgm:presOf/>
    <dgm:constrLst>
      <dgm:constr type="w" for="des" forName="rootComposite1" ptType="all" refPtType="all" refType="w" refFor="self" op="none" fact="10.000000" val="0"/>
      <dgm:constr type="h" for="des" forName="rootComposite1" ptType="all" refPtType="all" refType="w" refFor="des" refForName="rootComposite1" op="none" fact="0.500000" val="0"/>
      <dgm:constr type="w" for="des" forName="rootComposite" ptType="all" refPtType="all" refType="w" refFor="self" op="none" fact="10.000000" val="0"/>
      <dgm:constr type="h" for="des" forName="rootComposite" ptType="all" refPtType="all" refType="w" refFor="des" refForName="rootComposite1" op="none" fact="0.500000" val="0"/>
      <dgm:constr type="w" for="des" forName="rootComposite3" ptType="all" refPtType="all" refType="w" refFor="self" op="none" fact="10.000000" val="0"/>
      <dgm:constr type="h" for="des" forName="rootComposite3" ptType="all" refPtType="all" refType="w" refFor="des" refForName="rootComposite1" op="none" fact="0.500000" val="0"/>
      <dgm:constr type="primFontSz" for="des" ptType="node" refPtType="all" refType="none" refFor="self" op="equ" fact="1.000000" val="0"/>
      <dgm:constr type="sp" for="des" ptType="all" refPtType="all" refType="none" refFor="self" op="equ" fact="1.000000" val="0"/>
      <dgm:constr type="sp" for="des" forName="hierRoot1" ptType="all" refPtType="all" refType="w" refFor="des" refForName="rootComposite1" op="none" fact="0.210000" val="0"/>
      <dgm:constr type="sp" for="des" forName="hierRoot2" ptType="all" refPtType="all" refType="sp" refFor="des" refForName="hierRoot1" op="none" fact="1.000000" val="0"/>
      <dgm:constr type="sp" for="des" forName="hierRoot3" ptType="all" refPtType="all" refType="sp" refFor="des" refForName="hierRoot1" op="none" fact="1.000000" val="0"/>
      <dgm:constr type="sibSp" for="self" ptType="all" refPtType="all" refType="w" refFor="des" refForName="rootComposite1" op="none" fact="0.210000" val="0"/>
      <dgm:constr type="sibSp" for="des" forName="hierChild2" ptType="all" refPtType="all" refType="sibSp" refFor="self" op="none" fact="1.000000" val="0"/>
      <dgm:constr type="sibSp" for="des" forName="hierChild3" ptType="all" refPtType="all" refType="sibSp" refFor="self" op="none" fact="1.000000" val="0"/>
      <dgm:constr type="sibSp" for="des" forName="hierChild4" ptType="all" refPtType="all" refType="sibSp" refFor="self" op="none" fact="1.000000" val="0"/>
      <dgm:constr type="sibSp" for="des" forName="hierChild5" ptType="all" refPtType="all" refType="sibSp" refFor="self" op="none" fact="1.000000" val="0"/>
      <dgm:constr type="sibSp" for="des" forName="hierChild6" ptType="all" refPtType="all" refType="sibSp" refFor="self" op="none" fact="1.000000" val="0"/>
      <dgm:constr type="sibSp" for="des" forName="hierChild7" ptType="all" refPtType="all" refType="sibSp" refFor="self" op="none" fact="1.000000" val="0"/>
      <dgm:constr type="secSibSp" for="self" ptType="all" refPtType="all" refType="w" refFor="des" refForName="rootComposite1" op="none" fact="0.210000" val="0"/>
      <dgm:constr type="secSibSp" for="des" forName="hierChild2" ptType="all" refPtType="all" refType="secSibSp" refFor="self" op="none" fact="1.000000" val="0"/>
      <dgm:constr type="secSibSp" for="des" forName="hierChild3" ptType="all" refPtType="all" refType="secSibSp" refFor="self" op="none" fact="1.000000" val="0"/>
      <dgm:constr type="secSibSp" for="des" forName="hierChild4" ptType="all" refPtType="all" refType="secSibSp" refFor="self" op="none" fact="1.000000" val="0"/>
      <dgm:constr type="secSibSp" for="des" forName="hierChild5" ptType="all" refPtType="all" refType="secSibSp" refFor="self" op="none" fact="1.000000" val="0"/>
      <dgm:constr type="secSibSp" for="des" forName="hierChild6" ptType="all" refPtType="all" refType="secSibSp" refFor="self" op="none" fact="1.000000" val="0"/>
      <dgm:constr type="secSibSp" for="des" forName="hierChild7" ptType="all" refPtType="all" refType="secSibSp" refFor="self" op="none" fact="1.00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>
        <dgm:layoutNode name="hierRoot1">
          <dgm:shape rot="0.000000" type="none" r:blip="" blipPhldr="0" lkTxEntry="0" zOrderOff="0" hideGeom="0">
            <dgm:adjLst/>
          </dgm:shape>
          <dgm:presOf/>
          <dgm:ruleLst/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arg="none" op="gte" val="1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arg="none" op="gte" val="1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for="self" ptType="all" refPtType="all" refType="none" refFor="self" op="none" fact="1.000000" val="0.65000000000000002"/>
              </dgm:constrLst>
            </dgm:if>
            <dgm:else name="Name15">
              <dgm:alg type="hierRoot"/>
              <dgm:constrLst>
                <dgm:constr type="alignOff" for="self" ptType="all" refPtType="all" refType="none" refFor="self" op="none" fact="1.000000" val="0"/>
                <dgm:constr type="bendDist" for="des" ptType="parTrans" refPtType="all" refType="sp" refFor="self" op="none" fact="0.500000" val="0"/>
              </dgm:constrLst>
            </dgm:else>
          </dgm:choose>
          <dgm:layoutNode name="rootComposite1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16">
              <dgm:if name="Name17" func="var" arg="hierBranch" op="equ" val="init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8" func="var" arg="hierBranch" op="equ" val="l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9" func="var" arg="hierBranch" op="equ" val="r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else name="Name20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else>
            </dgm:choose>
            <dgm:layoutNode name="rootText1" styleLbl="node0">
              <dgm:alg type="tx"/>
              <dgm:shape rot="0.000000" type="rect" r:blip="" blipPhldr="0" lkTxEntry="0" zOrderOff="0" hideGeom="0">
                <dgm:adjLst/>
              </dgm:shape>
              <dgm:presOf axis="self" ptType="node" cnt="1"/>
              <dgm:constrLst>
                <dgm:constr type="primFontSz" for="self" ptType="all" refPtType="all" refType="none" refFor="self" op="none" fact="1.000000" val="65"/>
                <dgm:constr type="lMarg" for="self" ptType="all" refPtType="all" refType="primFontSz" refFor="self" op="none" fact="0.050000" val="0"/>
                <dgm:constr type="rMarg" for="self" ptType="all" refPtType="all" refType="primFontSz" refFor="self" op="none" fact="0.05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</dgm:constrLst>
              <dgm:ruleLst>
                <dgm:rule type="primFontSz" for="self" ptType="all" val="5" fact="NaN" max="NaN"/>
              </dgm:ruleLst>
              <dgm:varLst>
                <dgm:chPref val="3"/>
              </dgm:varLst>
            </dgm:layoutNode>
            <dgm:layoutNode name="rootConnector1" moveWith="rootText1">
              <dgm:alg type="sp"/>
              <dgm:shape rot="0.000000" type="rect" r:blip="" blipPhldr="0" lkTxEntry="0" zOrderOff="0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38">
                        <dgm:if name="Name39" axis="self" func="depth" arg="none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arg="none" op="lte" val="1">
                              <dgm:choose name="Name43">
                                <dgm:if name="Name44" axis="par ch" ptType="node asst" func="cnt" arg="none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else name="Name49">
                    <dgm:layoutNode name="Name50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51">
                        <dgm:if name="Name52" axis="self" func="depth" arg="none" op="lte" val="2">
                          <dgm:choose name="Name53">
                            <dgm:if name="Name54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</dgm:layoutNode>
                  </dgm:else>
                </dgm:choose>
              </dgm:forEach>
              <dgm:layoutNode name="hierRoot2">
                <dgm:ruleLst/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arg="none" op="gte" val="1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arg="none" op="g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70" func="var" arg="hierBranch" op="equ" val="init">
                    <dgm:choose name="Name71">
                      <dgm:if name="Name72" axis="des" func="maxDepth" arg="none" op="lte" val="1">
                        <dgm:choose name="Name73">
                          <dgm:if name="Name74" axis="ch" ptType="asst" func="cnt" arg="none" op="gte" val="1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77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else>
                </dgm:choose>
                <dgm:layoutNode name="rootComposite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78">
                    <dgm:if name="Name79" func="var" arg="hierBranch" op="equ" val="init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0" func="var" arg="hierBranch" op="equ" val="l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1" func="var" arg="hierBranch" op="equ" val="r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else name="Name82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else>
                  </dgm:choose>
                  <dgm:layoutNode name="rootText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" moveWith="rootText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forEach name="Name102" ref="rep2a"/>
                </dgm:layoutNode>
                <dgm:layoutNode name="hierChild5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06" ref="rep2b"/>
                </dgm:layoutNode>
              </dgm:layoutNode>
            </dgm:forEach>
          </dgm:layoutNode>
          <dgm:layoutNode name="hierChild3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rot="0.000000" type="conn" r:blip="" blipPhldr="0" lkTxEntry="0" zOrderOff="-99999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</dgm:layoutNode>
              </dgm:forEach>
              <dgm:layoutNode name="hierRoot3">
                <dgm:ruleLst/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5" func="var" arg="hierBranch" op="equ" val="hang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6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arg="none" op="l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120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121"/>
                </dgm:choose>
                <dgm:layoutNode name="rootComposite3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122">
                    <dgm:if name="Name123" func="var" arg="hierBranch" op="equ" val="init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4" func="var" arg="hierBranch" op="equ" val="l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5" func="var" arg="hierBranch" op="equ" val="r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else name="Name126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else>
                  </dgm:choose>
                  <dgm:layoutNode name="rootText3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3" moveWith="rootText1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forEach name="Name143" ref="rep2a"/>
                </dgm:layoutNode>
                <dgm:layoutNode name="hierChild7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clrData>
  <dgm:layoutNode name="compositeShape">
    <dgm:alg type="composite">
      <dgm:param type="horzAlign" val="ctr"/>
      <dgm:param type="vertAlign" val="mid"/>
      <dgm:param type="ar" val="2.5"/>
    </dgm:alg>
    <dgm:shape rot="0.000000" type="none" r:blip="" blipPhldr="0" lkTxEntry="0" zOrderOff="0" hideGeom="0">
      <dgm:adjLst/>
    </dgm:shape>
    <dgm:presOf/>
    <dgm:constrLst>
      <dgm:constr type="primFontSz" for="des" ptType="node" refPtType="all" refType="none" refFor="self" op="equ" fact="1.000000" val="0"/>
      <dgm:constr type="w" for="ch" forName="ribbon" ptType="all" refPtType="all" refType="h" refFor="ch" refForName="ribbon" op="none" fact="2.500000" val="0"/>
      <dgm:constr type="h" for="ch" forName="leftArrowText" ptType="all" refPtType="all" refType="h" refFor="self" op="none" fact="0.490000" val="0"/>
      <dgm:constr type="ctrY" for="ch" forName="leftArrowText" ptType="all" refPtType="all" refType="ctrY" refFor="ch" refForName="ribbon" op="none" fact="1.000000" val="0"/>
      <dgm:constr type="ctrYOff" for="ch" forName="leftArrowText" ptType="all" refPtType="all" refType="h" refFor="ch" refForName="ribbon" op="none" fact="-0.080000" val="0"/>
      <dgm:constr type="l" for="ch" forName="leftArrowText" ptType="all" refPtType="all" refType="w" refFor="ch" refForName="ribbon" op="none" fact="0.120000" val="0"/>
      <dgm:constr type="r" for="ch" forName="leftArrowText" ptType="all" refPtType="all" refType="w" refFor="ch" refForName="ribbon" op="none" fact="0.450000" val="0"/>
      <dgm:constr type="h" for="ch" forName="rightArrowText" ptType="all" refPtType="all" refType="h" refFor="self" op="none" fact="0.490000" val="0"/>
      <dgm:constr type="ctrY" for="ch" forName="rightArrowText" ptType="all" refPtType="all" refType="ctrY" refFor="ch" refForName="ribbon" op="none" fact="1.000000" val="0"/>
      <dgm:constr type="ctrYOff" for="ch" forName="rightArrowText" ptType="all" refPtType="all" refType="h" refFor="ch" refForName="ribbon" op="none" fact="0.080000" val="0"/>
      <dgm:constr type="l" for="ch" forName="rightArrowText" ptType="all" refPtType="all" refType="w" refFor="ch" refForName="ribbon" op="none" fact="0.500000" val="0"/>
      <dgm:constr type="r" for="ch" forName="rightArrowText" ptType="all" refPtType="all" refType="w" refFor="ch" refForName="ribbon" op="none" fact="0.890000" val="0"/>
    </dgm:constrLst>
    <dgm:ruleLst/>
    <dgm:varLst>
      <dgm:chMax val="2"/>
      <dgm:dir val="norm"/>
      <dgm:resizeHandles val="exact"/>
    </dgm:varLst>
    <dgm:choose name="Name0">
      <dgm:if name="Name1" axis="ch" ptType="node" func="cnt" arg="none" op="gte" val="1">
        <dgm:layoutNode name="ribbon" styleLbl="node1">
          <dgm:alg type="sp"/>
          <dgm:shape rot="0.000000" type="leftRightRibbon" r:blip="" blipPhldr="0" lkTxEntry="0" zOrderOff="0" hideGeom="0">
            <dgm:adjLst/>
          </dgm:shape>
          <dgm:presOf/>
          <dgm:constrLst/>
          <dgm:ruleLst/>
        </dgm:layoutNode>
        <dgm:layoutNode name="lef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</dgm:layoutNode>
        <dgm:layoutNode name="righ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</dgm:layoutNode>
      </dgm:if>
      <dgm:else name="Name8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clrData>
  <dgm:layoutNode name="compositeShape">
    <dgm:alg type="composite">
      <dgm:param type="horzAlign" val="ctr"/>
      <dgm:param type="vertAlign" val="mid"/>
      <dgm:param type="ar" val="2.5"/>
    </dgm:alg>
    <dgm:shape rot="0.000000" type="none" r:blip="" blipPhldr="0" lkTxEntry="0" zOrderOff="0" hideGeom="0">
      <dgm:adjLst/>
    </dgm:shape>
    <dgm:presOf/>
    <dgm:constrLst>
      <dgm:constr type="primFontSz" for="des" ptType="node" refPtType="all" refType="none" refFor="self" op="equ" fact="1.000000" val="0"/>
      <dgm:constr type="w" for="ch" forName="ribbon" ptType="all" refPtType="all" refType="h" refFor="ch" refForName="ribbon" op="none" fact="2.500000" val="0"/>
      <dgm:constr type="h" for="ch" forName="leftArrowText" ptType="all" refPtType="all" refType="h" refFor="self" op="none" fact="0.490000" val="0"/>
      <dgm:constr type="ctrY" for="ch" forName="leftArrowText" ptType="all" refPtType="all" refType="ctrY" refFor="ch" refForName="ribbon" op="none" fact="1.000000" val="0"/>
      <dgm:constr type="ctrYOff" for="ch" forName="leftArrowText" ptType="all" refPtType="all" refType="h" refFor="ch" refForName="ribbon" op="none" fact="-0.080000" val="0"/>
      <dgm:constr type="l" for="ch" forName="leftArrowText" ptType="all" refPtType="all" refType="w" refFor="ch" refForName="ribbon" op="none" fact="0.120000" val="0"/>
      <dgm:constr type="r" for="ch" forName="leftArrowText" ptType="all" refPtType="all" refType="w" refFor="ch" refForName="ribbon" op="none" fact="0.450000" val="0"/>
      <dgm:constr type="h" for="ch" forName="rightArrowText" ptType="all" refPtType="all" refType="h" refFor="self" op="none" fact="0.490000" val="0"/>
      <dgm:constr type="ctrY" for="ch" forName="rightArrowText" ptType="all" refPtType="all" refType="ctrY" refFor="ch" refForName="ribbon" op="none" fact="1.000000" val="0"/>
      <dgm:constr type="ctrYOff" for="ch" forName="rightArrowText" ptType="all" refPtType="all" refType="h" refFor="ch" refForName="ribbon" op="none" fact="0.080000" val="0"/>
      <dgm:constr type="l" for="ch" forName="rightArrowText" ptType="all" refPtType="all" refType="w" refFor="ch" refForName="ribbon" op="none" fact="0.500000" val="0"/>
      <dgm:constr type="r" for="ch" forName="rightArrowText" ptType="all" refPtType="all" refType="w" refFor="ch" refForName="ribbon" op="none" fact="0.890000" val="0"/>
    </dgm:constrLst>
    <dgm:ruleLst/>
    <dgm:varLst>
      <dgm:chMax val="2"/>
      <dgm:dir val="norm"/>
      <dgm:resizeHandles val="exact"/>
    </dgm:varLst>
    <dgm:choose name="Name0">
      <dgm:if name="Name1" axis="ch" ptType="node" func="cnt" arg="none" op="gte" val="1">
        <dgm:layoutNode name="ribbon" styleLbl="node1">
          <dgm:alg type="sp"/>
          <dgm:shape rot="0.000000" type="leftRightRibbon" r:blip="" blipPhldr="0" lkTxEntry="0" zOrderOff="0" hideGeom="0">
            <dgm:adjLst/>
          </dgm:shape>
          <dgm:presOf/>
          <dgm:constrLst/>
          <dgm:ruleLst/>
        </dgm:layoutNode>
        <dgm:layoutNode name="lef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</dgm:layoutNode>
        <dgm:layoutNode name="righ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</dgm:layoutNode>
      </dgm:if>
      <dgm:else name="Name8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clrData>
  <dgm:layoutNode name="compositeShape">
    <dgm:alg type="composite">
      <dgm:param type="horzAlign" val="ctr"/>
      <dgm:param type="vertAlign" val="mid"/>
      <dgm:param type="ar" val="2.5"/>
    </dgm:alg>
    <dgm:shape rot="0.000000" type="none" r:blip="" blipPhldr="0" lkTxEntry="0" zOrderOff="0" hideGeom="0">
      <dgm:adjLst/>
    </dgm:shape>
    <dgm:presOf/>
    <dgm:constrLst>
      <dgm:constr type="primFontSz" for="des" ptType="node" refPtType="all" refType="none" refFor="self" op="equ" fact="1.000000" val="0"/>
      <dgm:constr type="w" for="ch" forName="ribbon" ptType="all" refPtType="all" refType="h" refFor="ch" refForName="ribbon" op="none" fact="2.500000" val="0"/>
      <dgm:constr type="h" for="ch" forName="leftArrowText" ptType="all" refPtType="all" refType="h" refFor="self" op="none" fact="0.490000" val="0"/>
      <dgm:constr type="ctrY" for="ch" forName="leftArrowText" ptType="all" refPtType="all" refType="ctrY" refFor="ch" refForName="ribbon" op="none" fact="1.000000" val="0"/>
      <dgm:constr type="ctrYOff" for="ch" forName="leftArrowText" ptType="all" refPtType="all" refType="h" refFor="ch" refForName="ribbon" op="none" fact="-0.080000" val="0"/>
      <dgm:constr type="l" for="ch" forName="leftArrowText" ptType="all" refPtType="all" refType="w" refFor="ch" refForName="ribbon" op="none" fact="0.120000" val="0"/>
      <dgm:constr type="r" for="ch" forName="leftArrowText" ptType="all" refPtType="all" refType="w" refFor="ch" refForName="ribbon" op="none" fact="0.450000" val="0"/>
      <dgm:constr type="h" for="ch" forName="rightArrowText" ptType="all" refPtType="all" refType="h" refFor="self" op="none" fact="0.490000" val="0"/>
      <dgm:constr type="ctrY" for="ch" forName="rightArrowText" ptType="all" refPtType="all" refType="ctrY" refFor="ch" refForName="ribbon" op="none" fact="1.000000" val="0"/>
      <dgm:constr type="ctrYOff" for="ch" forName="rightArrowText" ptType="all" refPtType="all" refType="h" refFor="ch" refForName="ribbon" op="none" fact="0.080000" val="0"/>
      <dgm:constr type="l" for="ch" forName="rightArrowText" ptType="all" refPtType="all" refType="w" refFor="ch" refForName="ribbon" op="none" fact="0.500000" val="0"/>
      <dgm:constr type="r" for="ch" forName="rightArrowText" ptType="all" refPtType="all" refType="w" refFor="ch" refForName="ribbon" op="none" fact="0.890000" val="0"/>
    </dgm:constrLst>
    <dgm:ruleLst/>
    <dgm:varLst>
      <dgm:chMax val="2"/>
      <dgm:dir val="norm"/>
      <dgm:resizeHandles val="exact"/>
    </dgm:varLst>
    <dgm:choose name="Name0">
      <dgm:if name="Name1" axis="ch" ptType="node" func="cnt" arg="none" op="gte" val="1">
        <dgm:layoutNode name="ribbon" styleLbl="node1">
          <dgm:alg type="sp"/>
          <dgm:shape rot="0.000000" type="leftRightRibbon" r:blip="" blipPhldr="0" lkTxEntry="0" zOrderOff="0" hideGeom="0">
            <dgm:adjLst/>
          </dgm:shape>
          <dgm:presOf/>
          <dgm:constrLst/>
          <dgm:ruleLst/>
        </dgm:layoutNode>
        <dgm:layoutNode name="lef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</dgm:layoutNode>
        <dgm:layoutNode name="righ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</dgm:layoutNode>
      </dgm:if>
      <dgm:else name="Name8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clrData>
  <dgm:layoutNode name="compositeShape">
    <dgm:alg type="composite">
      <dgm:param type="horzAlign" val="ctr"/>
      <dgm:param type="vertAlign" val="mid"/>
      <dgm:param type="ar" val="2.5"/>
    </dgm:alg>
    <dgm:shape rot="0.000000" type="none" r:blip="" blipPhldr="0" lkTxEntry="0" zOrderOff="0" hideGeom="0">
      <dgm:adjLst/>
    </dgm:shape>
    <dgm:presOf/>
    <dgm:constrLst>
      <dgm:constr type="primFontSz" for="des" ptType="node" refPtType="all" refType="none" refFor="self" op="equ" fact="1.000000" val="0"/>
      <dgm:constr type="w" for="ch" forName="ribbon" ptType="all" refPtType="all" refType="h" refFor="ch" refForName="ribbon" op="none" fact="2.500000" val="0"/>
      <dgm:constr type="h" for="ch" forName="leftArrowText" ptType="all" refPtType="all" refType="h" refFor="self" op="none" fact="0.490000" val="0"/>
      <dgm:constr type="ctrY" for="ch" forName="leftArrowText" ptType="all" refPtType="all" refType="ctrY" refFor="ch" refForName="ribbon" op="none" fact="1.000000" val="0"/>
      <dgm:constr type="ctrYOff" for="ch" forName="leftArrowText" ptType="all" refPtType="all" refType="h" refFor="ch" refForName="ribbon" op="none" fact="-0.080000" val="0"/>
      <dgm:constr type="l" for="ch" forName="leftArrowText" ptType="all" refPtType="all" refType="w" refFor="ch" refForName="ribbon" op="none" fact="0.120000" val="0"/>
      <dgm:constr type="r" for="ch" forName="leftArrowText" ptType="all" refPtType="all" refType="w" refFor="ch" refForName="ribbon" op="none" fact="0.450000" val="0"/>
      <dgm:constr type="h" for="ch" forName="rightArrowText" ptType="all" refPtType="all" refType="h" refFor="self" op="none" fact="0.490000" val="0"/>
      <dgm:constr type="ctrY" for="ch" forName="rightArrowText" ptType="all" refPtType="all" refType="ctrY" refFor="ch" refForName="ribbon" op="none" fact="1.000000" val="0"/>
      <dgm:constr type="ctrYOff" for="ch" forName="rightArrowText" ptType="all" refPtType="all" refType="h" refFor="ch" refForName="ribbon" op="none" fact="0.080000" val="0"/>
      <dgm:constr type="l" for="ch" forName="rightArrowText" ptType="all" refPtType="all" refType="w" refFor="ch" refForName="ribbon" op="none" fact="0.500000" val="0"/>
      <dgm:constr type="r" for="ch" forName="rightArrowText" ptType="all" refPtType="all" refType="w" refFor="ch" refForName="ribbon" op="none" fact="0.890000" val="0"/>
    </dgm:constrLst>
    <dgm:ruleLst/>
    <dgm:varLst>
      <dgm:chMax val="2"/>
      <dgm:dir val="norm"/>
      <dgm:resizeHandles val="exact"/>
    </dgm:varLst>
    <dgm:choose name="Name0">
      <dgm:if name="Name1" axis="ch" ptType="node" func="cnt" arg="none" op="gte" val="1">
        <dgm:layoutNode name="ribbon" styleLbl="node1">
          <dgm:alg type="sp"/>
          <dgm:shape rot="0.000000" type="leftRightRibbon" r:blip="" blipPhldr="0" lkTxEntry="0" zOrderOff="0" hideGeom="0">
            <dgm:adjLst/>
          </dgm:shape>
          <dgm:presOf/>
          <dgm:constrLst/>
          <dgm:ruleLst/>
        </dgm:layoutNode>
        <dgm:layoutNode name="lef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</dgm:layoutNode>
        <dgm:layoutNode name="rightArrowText" styleLbl="node1">
          <dgm:alg type="tx">
            <dgm:param type="txAnchorVertCh" val="mid"/>
          </dgm:alg>
          <dgm:shape rot="0.000000" type="rect" r:blip="" blipPhldr="0" lkTxEntry="0" zOrderOff="0" hideGeom="1">
            <dgm:adjLst/>
          </dgm:shape>
          <dgm:constrLst>
            <dgm:constr type="primFontSz" for="self" ptType="all" refPtType="all" refType="none" refFor="self" op="none" fact="1.000000" val="65"/>
            <dgm:constr type="tMarg" for="self" ptType="all" refPtType="all" refType="primFontSz" refFor="self" op="none" fact="0.280000" val="0"/>
            <dgm:constr type="lMarg" for="self" ptType="all" refPtType="all" refType="none" refFor="self" op="none" fact="1.000000" val="0"/>
            <dgm:constr type="bMarg" for="self" ptType="all" refPtType="all" refType="primFontSz" refFor="self" op="none" fact="0.300000" val="0"/>
            <dgm:constr type="rMarg" for="self" ptType="all" refPtType="all" refType="none" refFor="self" op="none" fact="1.000000" val="0"/>
          </dgm:constrLst>
          <dgm:ruleLst>
            <dgm:rule type="primFontSz" for="self" ptType="all" val="5" fact="NaN" max="NaN"/>
          </dgm:ruleLst>
          <dgm:varLst>
            <dgm:chMax val="0"/>
            <dgm:bulletEnabled val="1"/>
          </dgm:varLst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</dgm:layoutNode>
      </dgm:if>
      <dgm:else name="Name8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CompostProcess">
    <dgm:alg type="composite">
      <dgm:param type="horzAlign" val="ctr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arrow" ptType="all" refPtType="all" refType="w" refFor="self" op="none" fact="0.850000" val="0"/>
      <dgm:constr type="h" for="ch" forName="arrow" ptType="all" refPtType="all" refType="h" refFor="self" op="none" fact="1.000000" val="0"/>
      <dgm:constr type="ctrX" for="ch" forName="arrow" ptType="all" refPtType="all" refType="w" refFor="self" op="none" fact="0.500000" val="0"/>
      <dgm:constr type="ctrY" for="ch" forName="arrow" ptType="all" refPtType="all" refType="h" refFor="self" op="none" fact="0.500000" val="0"/>
      <dgm:constr type="w" for="ch" forName="linearProcess" ptType="all" refPtType="all" refType="w" refFor="self" op="none" fact="1.000000" val="0"/>
      <dgm:constr type="h" for="ch" forName="linearProcess" ptType="all" refPtType="all" refType="h" refFor="self" op="none" fact="0.400000" val="0"/>
      <dgm:constr type="ctrX" for="ch" forName="linearProcess" ptType="all" refPtType="all" refType="w" refFor="self" op="none" fact="0.500000" val="0"/>
      <dgm:constr type="ctrY" for="ch" forName="linearProcess" ptType="all" refPtType="all" refType="h" refFor="self" op="none" fact="0.500000" val="0"/>
    </dgm:constrLst>
    <dgm:ruleLst/>
    <dgm:varLst>
      <dgm:dir val="norm"/>
      <dgm:resizeHandles val="exact"/>
    </dgm:varLst>
    <dgm:layoutNode name="arrow" styleLbl="bgShp">
      <dgm:alg type="sp"/>
      <dgm:presOf/>
      <dgm:constrLst/>
      <dgm:ruleLst/>
      <dgm:choose name="Name0">
        <dgm:if name="Name1" func="var" arg="dir" op="equ" val="norm">
          <dgm:shape rot="0.000000" type="rightArrow" r:blip="" blipPhldr="0" lkTxEntry="0" zOrderOff="0" hideGeom="0">
            <dgm:adjLst/>
          </dgm:shape>
        </dgm:if>
        <dgm:else name="Name2">
          <dgm:shape rot="0.000000" type="leftArrow" r:blip="" blipPhldr="0" lkTxEntry="0" zOrderOff="0" hideGeom="0">
            <dgm:adjLst/>
          </dgm:shape>
        </dgm:else>
      </dgm:choose>
    </dgm:layoutNode>
    <dgm:layoutNode name="linearProcess">
      <dgm:shape rot="0.000000" type="none" r:blip="" blipPhldr="0" lkTxEntry="0" zOrderOff="0" hideGeom="0">
        <dgm:adjLst/>
      </dgm:shape>
      <dgm:presOf/>
      <dgm:constrLst>
        <dgm:constr type="userA" for="ch" ptType="node" refPtType="all" refType="w" refFor="self" op="none" fact="1.000000" val="0"/>
        <dgm:constr type="h" for="ch" ptType="node" refPtType="all" refType="h" refFor="self" op="none" fact="1.000000" val="0"/>
        <dgm:constr type="w" for="ch" ptType="node" refPtType="all" refType="none" refFor="self" op="equ" fact="1.000000" val="0"/>
        <dgm:constr type="w" for="ch" forName="sibTrans" ptType="all" refPtType="all" refType="w" refFor="self" op="none" fact="0.050000" val="0"/>
        <dgm:constr type="primFontSz" for="ch" ptType="node" refPtType="all" refType="none" refFor="self" op="equ" fact="1.000000" val="65"/>
      </dgm:constrLst>
      <dgm:ruleLst/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forEach name="Name6" axis="ch" ptType="node">
        <dgm:layoutNode name="textNode" styleLbl="node1">
          <dgm:alg type="tx"/>
          <dgm:shape rot="0.000000" type="roundRect" r:blip="" blipPhldr="0" lkTxEntry="0" zOrderOff="0" hideGeom="0">
            <dgm:adjLst/>
          </dgm:shape>
          <dgm:presOf axis="desOrSelf" ptType="node"/>
          <dgm:constrLst>
            <dgm:constr type="userA" for="self" ptType="all" refPtType="all" refType="none" refFor="self" op="none" fact="1.000000" val="0"/>
            <dgm:constr type="w" for="self" ptType="all" refPtType="all" refType="userA" refFor="self" op="none" fact="0.3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w" for="self" ptType="all" val="NaN" fact="1" max="NaN"/>
            <dgm:rule type="primFontSz" for="self" ptType="all" val="5" fact="NaN" max="NaN"/>
          </dgm:ruleLst>
          <dgm:varLst>
            <dgm:bulletEnabled val="1"/>
          </dgm:varLst>
        </dgm:layoutNode>
        <dgm:forEach name="Name7" axis="followSib" ptType="sibTrans" cnt="1">
          <dgm:layoutNode name="sibTrans">
            <dgm:alg type="sp"/>
            <dgm:shape rot="0.000000" type="none" r:blip="" blipPhldr="0" lkTxEntry="0" zOrderOff="0" hideGeom="0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 type="node">
          <dgm:prSet phldr="1"/>
        </dgm:pt>
        <dgm:pt modelId="2" type="asst">
          <dgm:prSet phldr="1"/>
        </dgm:pt>
        <dgm:pt modelId="3" type="node">
          <dgm:prSet phldr="1"/>
        </dgm:pt>
        <dgm:pt modelId="4" type="node">
          <dgm:prSet phldr="1"/>
        </dgm:pt>
        <dgm:pt modelId="5" type="node">
          <dgm:prSet phldr="1"/>
        </dgm:pt>
      </dgm:ptLst>
      <dgm:cxnLst>
        <dgm:cxn modelId="5" type="parOf" srcId="0" destId="1" srcOrd="0" destOrd="0"/>
        <dgm:cxn modelId="6" type="parOf" srcId="1" destId="2" srcOrd="0" destOrd="0"/>
        <dgm:cxn modelId="7" type="parOf" srcId="1" destId="3" srcOrd="1" destOrd="0"/>
        <dgm:cxn modelId="8" type="parOf" srcId="1" destId="4" srcOrd="2" destOrd="0"/>
        <dgm:cxn modelId="9" type="parOf" srcId="1" destId="5" srcOrd="3" destOrd="0"/>
      </dgm:cxnLst>
      <dgm:bg/>
      <dgm:whole/>
    </dgm:dataModel>
  </dgm:sampData>
  <dgm:styleData>
    <dgm:dataModel>
      <dgm:ptLst>
        <dgm:pt modelId="0" type="doc"/>
        <dgm:pt modelId="1" type="node"/>
        <dgm:pt modelId="12" type="node"/>
        <dgm:pt modelId="13" type="node"/>
      </dgm:ptLst>
      <dgm:cxnLst>
        <dgm:cxn modelId="2" type="parOf" srcId="0" destId="1" srcOrd="0" destOrd="0"/>
        <dgm:cxn modelId="16" type="parOf" srcId="1" destId="12" srcOrd="1" destOrd="0"/>
        <dgm:cxn modelId="17" type="parOf" srcId="1" destId="13" srcOrd="2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asst"/>
        <dgm:pt modelId="12" type="node"/>
        <dgm:pt modelId="13" type="node"/>
        <dgm:pt modelId="14" type="node"/>
      </dgm:ptLst>
      <dgm:cxnLst>
        <dgm:cxn modelId="2" type="parOf" srcId="0" destId="1" srcOrd="0" destOrd="0"/>
        <dgm:cxn modelId="15" type="parOf" srcId="1" destId="11" srcOrd="0" destOrd="0"/>
        <dgm:cxn modelId="16" type="parOf" srcId="1" destId="12" srcOrd="1" destOrd="0"/>
        <dgm:cxn modelId="17" type="parOf" srcId="1" destId="13" srcOrd="2" destOrd="0"/>
        <dgm:cxn modelId="18" type="parOf" srcId="1" destId="14" srcOrd="2" destOrd="0"/>
      </dgm:cxnLst>
      <dgm:bg/>
      <dgm:whole/>
    </dgm:dataModel>
  </dgm:clrData>
  <dgm:layoutNode name="hierChild1">
    <dgm:shape rot="0.000000" type="none" r:blip="" blipPhldr="0" lkTxEntry="0" zOrderOff="0" hideGeom="0">
      <dgm:adjLst/>
    </dgm:shape>
    <dgm:presOf/>
    <dgm:constrLst>
      <dgm:constr type="w" for="des" forName="rootComposite1" ptType="all" refPtType="all" refType="w" refFor="self" op="none" fact="10.000000" val="0"/>
      <dgm:constr type="h" for="des" forName="rootComposite1" ptType="all" refPtType="all" refType="w" refFor="des" refForName="rootComposite1" op="none" fact="0.500000" val="0"/>
      <dgm:constr type="w" for="des" forName="rootComposite" ptType="all" refPtType="all" refType="w" refFor="self" op="none" fact="10.000000" val="0"/>
      <dgm:constr type="h" for="des" forName="rootComposite" ptType="all" refPtType="all" refType="w" refFor="des" refForName="rootComposite1" op="none" fact="0.500000" val="0"/>
      <dgm:constr type="w" for="des" forName="rootComposite3" ptType="all" refPtType="all" refType="w" refFor="self" op="none" fact="10.000000" val="0"/>
      <dgm:constr type="h" for="des" forName="rootComposite3" ptType="all" refPtType="all" refType="w" refFor="des" refForName="rootComposite1" op="none" fact="0.500000" val="0"/>
      <dgm:constr type="primFontSz" for="des" ptType="node" refPtType="all" refType="none" refFor="self" op="equ" fact="1.000000" val="0"/>
      <dgm:constr type="sp" for="des" ptType="all" refPtType="all" refType="none" refFor="self" op="equ" fact="1.000000" val="0"/>
      <dgm:constr type="sp" for="des" forName="hierRoot1" ptType="all" refPtType="all" refType="w" refFor="des" refForName="rootComposite1" op="none" fact="0.210000" val="0"/>
      <dgm:constr type="sp" for="des" forName="hierRoot2" ptType="all" refPtType="all" refType="sp" refFor="des" refForName="hierRoot1" op="none" fact="1.000000" val="0"/>
      <dgm:constr type="sp" for="des" forName="hierRoot3" ptType="all" refPtType="all" refType="sp" refFor="des" refForName="hierRoot1" op="none" fact="1.000000" val="0"/>
      <dgm:constr type="sibSp" for="self" ptType="all" refPtType="all" refType="w" refFor="des" refForName="rootComposite1" op="none" fact="0.210000" val="0"/>
      <dgm:constr type="sibSp" for="des" forName="hierChild2" ptType="all" refPtType="all" refType="sibSp" refFor="self" op="none" fact="1.000000" val="0"/>
      <dgm:constr type="sibSp" for="des" forName="hierChild3" ptType="all" refPtType="all" refType="sibSp" refFor="self" op="none" fact="1.000000" val="0"/>
      <dgm:constr type="sibSp" for="des" forName="hierChild4" ptType="all" refPtType="all" refType="sibSp" refFor="self" op="none" fact="1.000000" val="0"/>
      <dgm:constr type="sibSp" for="des" forName="hierChild5" ptType="all" refPtType="all" refType="sibSp" refFor="self" op="none" fact="1.000000" val="0"/>
      <dgm:constr type="sibSp" for="des" forName="hierChild6" ptType="all" refPtType="all" refType="sibSp" refFor="self" op="none" fact="1.000000" val="0"/>
      <dgm:constr type="sibSp" for="des" forName="hierChild7" ptType="all" refPtType="all" refType="sibSp" refFor="self" op="none" fact="1.000000" val="0"/>
      <dgm:constr type="secSibSp" for="self" ptType="all" refPtType="all" refType="w" refFor="des" refForName="rootComposite1" op="none" fact="0.210000" val="0"/>
      <dgm:constr type="secSibSp" for="des" forName="hierChild2" ptType="all" refPtType="all" refType="secSibSp" refFor="self" op="none" fact="1.000000" val="0"/>
      <dgm:constr type="secSibSp" for="des" forName="hierChild3" ptType="all" refPtType="all" refType="secSibSp" refFor="self" op="none" fact="1.000000" val="0"/>
      <dgm:constr type="secSibSp" for="des" forName="hierChild4" ptType="all" refPtType="all" refType="secSibSp" refFor="self" op="none" fact="1.000000" val="0"/>
      <dgm:constr type="secSibSp" for="des" forName="hierChild5" ptType="all" refPtType="all" refType="secSibSp" refFor="self" op="none" fact="1.000000" val="0"/>
      <dgm:constr type="secSibSp" for="des" forName="hierChild6" ptType="all" refPtType="all" refType="secSibSp" refFor="self" op="none" fact="1.000000" val="0"/>
      <dgm:constr type="secSibSp" for="des" forName="hierChild7" ptType="all" refPtType="all" refType="secSibSp" refFor="self" op="none" fact="1.000000" val="0"/>
    </dgm:constrLst>
    <dgm:ruleLst/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forEach name="Name3" axis="ch">
      <dgm:forEach name="Name4" axis="self" ptType="node">
        <dgm:layoutNode name="hierRoot1">
          <dgm:shape rot="0.000000" type="none" r:blip="" blipPhldr="0" lkTxEntry="0" zOrderOff="0" hideGeom="0">
            <dgm:adjLst/>
          </dgm:shape>
          <dgm:presOf/>
          <dgm:ruleLst/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arg="none" op="gte" val="1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arg="none" op="gte" val="1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for="self" ptType="all" refPtType="all" refType="none" refFor="self" op="none" fact="1.000000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for="self" ptType="all" refPtType="all" refType="none" refFor="self" op="none" fact="1.000000" val="0.65000000000000002"/>
              </dgm:constrLst>
            </dgm:if>
            <dgm:else name="Name15">
              <dgm:alg type="hierRoot"/>
              <dgm:constrLst>
                <dgm:constr type="alignOff" for="self" ptType="all" refPtType="all" refType="none" refFor="self" op="none" fact="1.000000" val="0"/>
                <dgm:constr type="bendDist" for="des" ptType="parTrans" refPtType="all" refType="sp" refFor="self" op="none" fact="0.500000" val="0"/>
              </dgm:constrLst>
            </dgm:else>
          </dgm:choose>
          <dgm:layoutNode name="rootComposite1">
            <dgm:alg type="composite"/>
            <dgm:shape rot="0.000000" type="none" r:blip="" blipPhldr="0" lkTxEntry="0" zOrderOff="0" hideGeom="0">
              <dgm:adjLst/>
            </dgm:shape>
            <dgm:presOf axis="self" ptType="node" cnt="1"/>
            <dgm:ruleLst/>
            <dgm:choose name="Name16">
              <dgm:if name="Name17" func="var" arg="hierBranch" op="equ" val="init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8" func="var" arg="hierBranch" op="equ" val="l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if name="Name19" func="var" arg="hierBranch" op="equ" val="r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l" for="ch" forName="rootConnector1" ptType="all" refPtType="all" refType="none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if>
              <dgm:else name="Name20">
                <dgm:constrLst>
                  <dgm:constr type="l" for="ch" forName="rootText1" ptType="all" refPtType="all" refType="none" refFor="self" op="none" fact="1.000000" val="0"/>
                  <dgm:constr type="t" for="ch" forName="rootText1" ptType="all" refPtType="all" refType="none" refFor="self" op="none" fact="1.000000" val="0"/>
                  <dgm:constr type="w" for="ch" forName="rootText1" ptType="all" refPtType="all" refType="w" refFor="self" op="none" fact="1.000000" val="0"/>
                  <dgm:constr type="h" for="ch" forName="rootText1" ptType="all" refPtType="all" refType="h" refFor="self" op="none" fact="1.000000" val="0"/>
                  <dgm:constr type="r" for="ch" forName="rootConnector1" ptType="all" refPtType="all" refType="w" refFor="self" op="none" fact="1.000000" val="0"/>
                  <dgm:constr type="t" for="ch" forName="rootConnector1" ptType="all" refPtType="all" refType="none" refFor="self" op="none" fact="1.000000" val="0"/>
                  <dgm:constr type="w" for="ch" forName="rootConnector1" ptType="all" refPtType="all" refType="w" refFor="ch" refForName="rootText1" op="none" fact="0.200000" val="0"/>
                  <dgm:constr type="h" for="ch" forName="rootConnector1" ptType="all" refPtType="all" refType="h" refFor="ch" refForName="rootText1" op="none" fact="1.000000" val="0"/>
                </dgm:constrLst>
              </dgm:else>
            </dgm:choose>
            <dgm:layoutNode name="rootText1" styleLbl="node0">
              <dgm:alg type="tx"/>
              <dgm:shape rot="0.000000" type="rect" r:blip="" blipPhldr="0" lkTxEntry="0" zOrderOff="0" hideGeom="0">
                <dgm:adjLst/>
              </dgm:shape>
              <dgm:presOf axis="self" ptType="node" cnt="1"/>
              <dgm:constrLst>
                <dgm:constr type="primFontSz" for="self" ptType="all" refPtType="all" refType="none" refFor="self" op="none" fact="1.000000" val="65"/>
                <dgm:constr type="lMarg" for="self" ptType="all" refPtType="all" refType="primFontSz" refFor="self" op="none" fact="0.050000" val="0"/>
                <dgm:constr type="rMarg" for="self" ptType="all" refPtType="all" refType="primFontSz" refFor="self" op="none" fact="0.05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</dgm:constrLst>
              <dgm:ruleLst>
                <dgm:rule type="primFontSz" for="self" ptType="all" val="5" fact="NaN" max="NaN"/>
              </dgm:ruleLst>
              <dgm:varLst>
                <dgm:chPref val="3"/>
              </dgm:varLst>
            </dgm:layoutNode>
            <dgm:layoutNode name="rootConnector1" moveWith="rootText1">
              <dgm:alg type="sp"/>
              <dgm:shape rot="0.000000" type="rect" r:blip="" blipPhldr="0" lkTxEntry="0" zOrderOff="0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38">
                        <dgm:if name="Name39" axis="self" func="depth" arg="none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arg="none" op="lte" val="1">
                              <dgm:choose name="Name43">
                                <dgm:if name="Name44" axis="par ch" ptType="node asst" func="cnt" arg="none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</dgm:layoutNode>
                  </dgm:if>
                  <dgm:else name="Name49">
                    <dgm:layoutNode name="Name50">
                      <dgm:shape rot="0.000000" type="conn" r:blip="" blipPhldr="0" lkTxEntry="0" zOrderOff="-99999" hideGeom="0">
                        <dgm:adjLst/>
                      </dgm:shape>
                      <dgm:presOf axis="self"/>
                      <dgm:constrLst>
                        <dgm:constr type="begPad" for="self" ptType="all" refPtType="all" refType="none" refFor="self" op="none" fact="1.000000" val="0"/>
                        <dgm:constr type="endPad" for="self" ptType="all" refPtType="all" refType="none" refFor="self" op="none" fact="1.000000" val="0"/>
                      </dgm:constrLst>
                      <dgm:ruleLst/>
                      <dgm:choose name="Name51">
                        <dgm:if name="Name52" axis="self" func="depth" arg="none" op="lte" val="2">
                          <dgm:choose name="Name53">
                            <dgm:if name="Name54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arg="none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</dgm:layoutNode>
                  </dgm:else>
                </dgm:choose>
              </dgm:forEach>
              <dgm:layoutNode name="hierRoot2">
                <dgm:ruleLst/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arg="none" op="gte" val="1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arg="none" op="g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70" func="var" arg="hierBranch" op="equ" val="init">
                    <dgm:choose name="Name71">
                      <dgm:if name="Name72" axis="des" func="maxDepth" arg="none" op="lte" val="1">
                        <dgm:choose name="Name73">
                          <dgm:if name="Name74" axis="ch" ptType="asst" func="cnt" arg="none" op="gte" val="1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ot="0.000000" type="none" r:blip="" blipPhldr="0" lkTxEntry="0" zOrderOff="0" hideGeom="0">
                              <dgm:adjLst/>
                            </dgm:shape>
                            <dgm:presOf/>
                            <dgm:constrLst>
                              <dgm:constr type="alignOff" for="self" ptType="all" refPtType="all" refType="none" refFor="self" op="none" fact="1.000000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77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else>
                </dgm:choose>
                <dgm:layoutNode name="rootComposite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78">
                    <dgm:if name="Name79" func="var" arg="hierBranch" op="equ" val="init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0" func="var" arg="hierBranch" op="equ" val="l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if name="Name81" func="var" arg="hierBranch" op="equ" val="r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l" for="ch" forName="rootConnector" ptType="all" refPtType="all" refType="none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if>
                    <dgm:else name="Name82">
                      <dgm:constrLst>
                        <dgm:constr type="l" for="ch" forName="rootText" ptType="all" refPtType="all" refType="none" refFor="self" op="none" fact="1.000000" val="0"/>
                        <dgm:constr type="t" for="ch" forName="rootText" ptType="all" refPtType="all" refType="none" refFor="self" op="none" fact="1.000000" val="0"/>
                        <dgm:constr type="w" for="ch" forName="rootText" ptType="all" refPtType="all" refType="w" refFor="self" op="none" fact="1.000000" val="0"/>
                        <dgm:constr type="h" for="ch" forName="rootText" ptType="all" refPtType="all" refType="h" refFor="self" op="none" fact="1.000000" val="0"/>
                        <dgm:constr type="r" for="ch" forName="rootConnector" ptType="all" refPtType="all" refType="w" refFor="self" op="none" fact="1.000000" val="0"/>
                        <dgm:constr type="t" for="ch" forName="rootConnector" ptType="all" refPtType="all" refType="none" refFor="self" op="none" fact="1.000000" val="0"/>
                        <dgm:constr type="w" for="ch" forName="rootConnector" ptType="all" refPtType="all" refType="w" refFor="ch" refForName="rootText" op="none" fact="0.200000" val="0"/>
                        <dgm:constr type="h" for="ch" forName="rootConnector" ptType="all" refPtType="all" refType="h" refFor="ch" refForName="rootText" op="none" fact="1.000000" val="0"/>
                      </dgm:constrLst>
                    </dgm:else>
                  </dgm:choose>
                  <dgm:layoutNode name="rootText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" moveWith="rootText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forEach name="Name102" ref="rep2a"/>
                </dgm:layoutNode>
                <dgm:layoutNode name="hierChild5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06" ref="rep2b"/>
                </dgm:layoutNode>
              </dgm:layoutNode>
            </dgm:forEach>
          </dgm:layoutNode>
          <dgm:layoutNode name="hierChild3">
            <dgm:shape rot="0.000000" type="none" r:blip="" blipPhldr="0" lkTxEntry="0" zOrderOff="0" hideGeom="0">
              <dgm:adjLst/>
            </dgm:shape>
            <dgm:presOf/>
            <dgm:constrLst/>
            <dgm:ruleLst/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rot="0.000000" type="conn" r:blip="" blipPhldr="0" lkTxEntry="0" zOrderOff="-99999" hideGeom="0">
                    <dgm:adjLst/>
                  </dgm:shape>
                  <dgm:presOf axis="self"/>
                  <dgm:constrLst>
                    <dgm:constr type="begPad" for="self" ptType="all" refPtType="all" refType="none" refFor="self" op="none" fact="1.000000" val="0"/>
                    <dgm:constr type="endPad" for="self" ptType="all" refPtType="all" refType="none" refFor="self" op="none" fact="1.000000" val="0"/>
                  </dgm:constrLst>
                  <dgm:ruleLst/>
                </dgm:layoutNode>
              </dgm:forEach>
              <dgm:layoutNode name="hierRoot3">
                <dgm:ruleLst/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5" func="var" arg="hierBranch" op="equ" val="hang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.65000000000000002"/>
                    </dgm:constrLst>
                  </dgm:if>
                  <dgm:if name="Name116" func="var" arg="hierBranch" op="equ" val="std">
                    <dgm:alg type="hierRoot"/>
                    <dgm:shape rot="0.000000" type="none" r:blip="" blipPhldr="0" lkTxEntry="0" zOrderOff="0" hideGeom="0">
                      <dgm:adjLst/>
                    </dgm:shape>
                    <dgm:presOf/>
                    <dgm:constrLst>
                      <dgm:constr type="alignOff" for="self" ptType="all" refPtType="all" refType="none" refFor="self" op="none" fact="1.000000" val="0"/>
                      <dgm:constr type="bendDist" for="des" ptType="parTrans" refPtType="all" refType="sp" refFor="self" op="none" fact="0.500000" val="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arg="none" op="lte" val="1">
                        <dgm:alg type="hierRoot">
                          <dgm:param type="hierAlign" val="tL"/>
                        </dgm:alg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.65000000000000002"/>
                        </dgm:constrLst>
                      </dgm:if>
                      <dgm:else name="Name120">
                        <dgm:alg type="hierRoot"/>
                        <dgm:shape rot="0.000000" type="none" r:blip="" blipPhldr="0" lkTxEntry="0" zOrderOff="0" hideGeom="0">
                          <dgm:adjLst/>
                        </dgm:shape>
                        <dgm:presOf/>
                        <dgm:constrLst>
                          <dgm:constr type="alignOff" for="self" ptType="all" refPtType="all" refType="none" refFor="self" op="none" fact="1.000000" val="0"/>
                          <dgm:constr type="bendDist" for="des" ptType="parTrans" refPtType="all" refType="sp" refFor="self" op="none" fact="0.500000" val="0"/>
                        </dgm:constrLst>
                      </dgm:else>
                    </dgm:choose>
                  </dgm:if>
                  <dgm:else name="Name121"/>
                </dgm:choose>
                <dgm:layoutNode name="rootComposite3">
                  <dgm:alg type="composite"/>
                  <dgm:shape rot="0.000000" type="none" r:blip="" blipPhldr="0" lkTxEntry="0" zOrderOff="0" hideGeom="0">
                    <dgm:adjLst/>
                  </dgm:shape>
                  <dgm:presOf axis="self" ptType="node" cnt="1"/>
                  <dgm:ruleLst/>
                  <dgm:choose name="Name122">
                    <dgm:if name="Name123" func="var" arg="hierBranch" op="equ" val="init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4" func="var" arg="hierBranch" op="equ" val="l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if name="Name125" func="var" arg="hierBranch" op="equ" val="r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l" for="ch" forName="rootConnector3" ptType="all" refPtType="all" refType="none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if>
                    <dgm:else name="Name126">
                      <dgm:constrLst>
                        <dgm:constr type="l" for="ch" forName="rootText3" ptType="all" refPtType="all" refType="none" refFor="self" op="none" fact="1.000000" val="0"/>
                        <dgm:constr type="t" for="ch" forName="rootText3" ptType="all" refPtType="all" refType="none" refFor="self" op="none" fact="1.000000" val="0"/>
                        <dgm:constr type="w" for="ch" forName="rootText3" ptType="all" refPtType="all" refType="w" refFor="self" op="none" fact="1.000000" val="0"/>
                        <dgm:constr type="h" for="ch" forName="rootText3" ptType="all" refPtType="all" refType="h" refFor="self" op="none" fact="1.000000" val="0"/>
                        <dgm:constr type="r" for="ch" forName="rootConnector3" ptType="all" refPtType="all" refType="w" refFor="self" op="none" fact="1.000000" val="0"/>
                        <dgm:constr type="t" for="ch" forName="rootConnector3" ptType="all" refPtType="all" refType="none" refFor="self" op="none" fact="1.000000" val="0"/>
                        <dgm:constr type="w" for="ch" forName="rootConnector3" ptType="all" refPtType="all" refType="w" refFor="ch" refForName="rootText3" op="none" fact="0.200000" val="0"/>
                        <dgm:constr type="h" for="ch" forName="rootConnector3" ptType="all" refPtType="all" refType="h" refFor="ch" refForName="rootText3" op="none" fact="1.000000" val="0"/>
                      </dgm:constrLst>
                    </dgm:else>
                  </dgm:choose>
                  <dgm:layoutNode name="rootText3">
                    <dgm:alg type="tx"/>
                    <dgm:shape rot="0.000000" type="rect" r:blip="" blipPhldr="0" lkTxEntry="0" zOrderOff="0" hideGeom="0">
                      <dgm:adjLst/>
                    </dgm:shape>
                    <dgm:presOf axis="self" ptType="node" cnt="1"/>
                    <dgm:constrLst>
                      <dgm:constr type="primFontSz" for="self" ptType="all" refPtType="all" refType="none" refFor="self" op="none" fact="1.000000" val="65"/>
                      <dgm:constr type="lMarg" for="self" ptType="all" refPtType="all" refType="primFontSz" refFor="self" op="none" fact="0.050000" val="0"/>
                      <dgm:constr type="rMarg" for="self" ptType="all" refPtType="all" refType="primFontSz" refFor="self" op="none" fact="0.050000" val="0"/>
                      <dgm:constr type="tMarg" for="self" ptType="all" refPtType="all" refType="primFontSz" refFor="self" op="none" fact="0.050000" val="0"/>
                      <dgm:constr type="bMarg" for="self" ptType="all" refPtType="all" refType="primFontSz" refFor="self" op="none" fact="0.050000" val="0"/>
                    </dgm:constrLst>
                    <dgm:ruleLst>
                      <dgm:rule type="primFontSz" for="self" ptType="all" val="5" fact="NaN" max="NaN"/>
                    </dgm:ruleLst>
                    <dgm:varLst>
                      <dgm:chPref val="3"/>
                    </dgm:varLst>
                  </dgm:layoutNode>
                  <dgm:layoutNode name="rootConnector3" moveWith="rootText1">
                    <dgm:alg type="sp"/>
                    <dgm:shape rot="0.000000" type="rect" r:blip="" blipPhldr="0" lkTxEntry="0" zOrderOff="0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arg="none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forEach name="Name143" ref="rep2a"/>
                </dgm:layoutNode>
                <dgm:layoutNode name="hierChild7"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 type="node">
          <dgm:prSet phldr="1"/>
        </dgm:pt>
        <dgm:pt modelId="2" type="node">
          <dgm:prSet phldr="1"/>
        </dgm:pt>
        <dgm:pt modelId="3" type="node">
          <dgm:prSet phldr="1"/>
        </dgm:pt>
        <dgm:pt modelId="4" type="node">
          <dgm:prSet phldr="1"/>
        </dgm:pt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0" destOrd="0"/>
        <dgm:cxn modelId="8" type="parOf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alg type="composite">
      <dgm:param type="ar" val="1"/>
    </dgm:alg>
    <dgm:shape rot="0.000000" type="none" r:blip="" blipPhldr="0" lkTxEntry="0" zOrderOff="0" hideGeom="0">
      <dgm:adjLst/>
    </dgm:shape>
    <dgm:presOf/>
    <dgm:ruleLst/>
    <dgm:varLst>
      <dgm:chMax val="1"/>
      <dgm:dir val="norm"/>
      <dgm:resizeHandles val="exact"/>
    </dgm:varLst>
    <dgm:choose name="Name0">
      <dgm:if name="Name1" func="var" arg="dir" op="equ" val="norm">
        <dgm:constrLst>
          <dgm:constr type="w" for="ch" forName="diamond" ptType="all" refPtType="all" refType="w" refFor="self" op="none" fact="1.000000" val="0"/>
          <dgm:constr type="h" for="ch" forName="diamond" ptType="all" refPtType="all" refType="h" refFor="self" op="none" fact="1.000000" val="0"/>
          <dgm:constr type="w" for="ch" forName="quad1" ptType="all" refPtType="all" refType="w" refFor="self" op="none" fact="0.390000" val="0"/>
          <dgm:constr type="h" for="ch" forName="quad1" ptType="all" refPtType="all" refType="h" refFor="self" op="none" fact="0.390000" val="0"/>
          <dgm:constr type="ctrX" for="ch" forName="quad1" ptType="all" refPtType="all" refType="w" refFor="self" op="none" fact="0.290000" val="0"/>
          <dgm:constr type="ctrY" for="ch" forName="quad1" ptType="all" refPtType="all" refType="h" refFor="self" op="none" fact="0.290000" val="0"/>
          <dgm:constr type="w" for="ch" forName="quad2" ptType="all" refPtType="all" refType="w" refFor="self" op="none" fact="0.390000" val="0"/>
          <dgm:constr type="h" for="ch" forName="quad2" ptType="all" refPtType="all" refType="h" refFor="self" op="none" fact="0.390000" val="0"/>
          <dgm:constr type="ctrX" for="ch" forName="quad2" ptType="all" refPtType="all" refType="w" refFor="self" op="none" fact="0.710000" val="0"/>
          <dgm:constr type="ctrY" for="ch" forName="quad2" ptType="all" refPtType="all" refType="h" refFor="self" op="none" fact="0.290000" val="0"/>
          <dgm:constr type="w" for="ch" forName="quad3" ptType="all" refPtType="all" refType="w" refFor="self" op="none" fact="0.390000" val="0"/>
          <dgm:constr type="h" for="ch" forName="quad3" ptType="all" refPtType="all" refType="h" refFor="self" op="none" fact="0.390000" val="0"/>
          <dgm:constr type="ctrX" for="ch" forName="quad3" ptType="all" refPtType="all" refType="w" refFor="self" op="none" fact="0.290000" val="0"/>
          <dgm:constr type="ctrY" for="ch" forName="quad3" ptType="all" refPtType="all" refType="h" refFor="self" op="none" fact="0.710000" val="0"/>
          <dgm:constr type="w" for="ch" forName="quad4" ptType="all" refPtType="all" refType="w" refFor="self" op="none" fact="0.390000" val="0"/>
          <dgm:constr type="h" for="ch" forName="quad4" ptType="all" refPtType="all" refType="h" refFor="self" op="none" fact="0.390000" val="0"/>
          <dgm:constr type="ctrX" for="ch" forName="quad4" ptType="all" refPtType="all" refType="w" refFor="self" op="none" fact="0.710000" val="0"/>
          <dgm:constr type="ctrY" for="ch" forName="quad4" ptType="all" refPtType="all" refType="h" refFor="self" op="none" fact="0.710000" val="0"/>
          <dgm:constr type="primFontSz" for="des" ptType="node" refPtType="all" refType="none" refFor="self" op="equ" fact="1.000000" val="65"/>
        </dgm:constrLst>
      </dgm:if>
      <dgm:else name="Name2">
        <dgm:constrLst>
          <dgm:constr type="w" for="ch" forName="diamond" ptType="all" refPtType="all" refType="w" refFor="self" op="none" fact="1.000000" val="0"/>
          <dgm:constr type="h" for="ch" forName="diamond" ptType="all" refPtType="all" refType="h" refFor="self" op="none" fact="1.000000" val="0"/>
          <dgm:constr type="w" for="ch" forName="quad1" ptType="all" refPtType="all" refType="w" refFor="self" op="none" fact="0.390000" val="0"/>
          <dgm:constr type="h" for="ch" forName="quad1" ptType="all" refPtType="all" refType="h" refFor="self" op="none" fact="0.390000" val="0"/>
          <dgm:constr type="ctrX" for="ch" forName="quad1" ptType="all" refPtType="all" refType="w" refFor="self" op="none" fact="0.710000" val="0"/>
          <dgm:constr type="ctrY" for="ch" forName="quad1" ptType="all" refPtType="all" refType="h" refFor="self" op="none" fact="0.290000" val="0"/>
          <dgm:constr type="w" for="ch" forName="quad2" ptType="all" refPtType="all" refType="w" refFor="self" op="none" fact="0.390000" val="0"/>
          <dgm:constr type="h" for="ch" forName="quad2" ptType="all" refPtType="all" refType="h" refFor="self" op="none" fact="0.390000" val="0"/>
          <dgm:constr type="ctrX" for="ch" forName="quad2" ptType="all" refPtType="all" refType="w" refFor="self" op="none" fact="0.290000" val="0"/>
          <dgm:constr type="ctrY" for="ch" forName="quad2" ptType="all" refPtType="all" refType="h" refFor="self" op="none" fact="0.290000" val="0"/>
          <dgm:constr type="w" for="ch" forName="quad3" ptType="all" refPtType="all" refType="w" refFor="self" op="none" fact="0.390000" val="0"/>
          <dgm:constr type="h" for="ch" forName="quad3" ptType="all" refPtType="all" refType="h" refFor="self" op="none" fact="0.390000" val="0"/>
          <dgm:constr type="ctrX" for="ch" forName="quad3" ptType="all" refPtType="all" refType="w" refFor="self" op="none" fact="0.710000" val="0"/>
          <dgm:constr type="ctrY" for="ch" forName="quad3" ptType="all" refPtType="all" refType="h" refFor="self" op="none" fact="0.710000" val="0"/>
          <dgm:constr type="w" for="ch" forName="quad4" ptType="all" refPtType="all" refType="w" refFor="self" op="none" fact="0.390000" val="0"/>
          <dgm:constr type="h" for="ch" forName="quad4" ptType="all" refPtType="all" refType="h" refFor="self" op="none" fact="0.390000" val="0"/>
          <dgm:constr type="ctrX" for="ch" forName="quad4" ptType="all" refPtType="all" refType="w" refFor="self" op="none" fact="0.290000" val="0"/>
          <dgm:constr type="ctrY" for="ch" forName="quad4" ptType="all" refPtType="all" refType="h" refFor="self" op="none" fact="0.710000" val="0"/>
          <dgm:constr type="primFontSz" for="des" ptType="node" refPtType="all" refType="none" refFor="self" op="equ" fact="1.000000" val="65"/>
        </dgm:constrLst>
      </dgm:else>
    </dgm:choose>
    <dgm:choose name="Name3">
      <dgm:if name="Name4" axis="ch" ptType="node" func="cnt" arg="none" op="gte" val="1">
        <dgm:layoutNode name="diamond" styleLbl="bgShp">
          <dgm:alg type="sp"/>
          <dgm:shape rot="0.000000" type="diamond" r:blip="" blipPhldr="0" lkTxEntry="0" zOrderOff="0" hideGeom="0">
            <dgm:adjLst/>
          </dgm:shape>
          <dgm:presOf/>
          <dgm:constrLst>
            <dgm:constr type="w" for="self" ptType="all" refPtType="all" refType="h" refFor="self" op="equ" fact="1.000000" val="0"/>
          </dgm:constrLst>
          <dgm:ruleLst/>
        </dgm:layoutNode>
        <dgm:layoutNode name="quad1">
          <dgm:alg type="tx"/>
          <dgm:shape rot="0.000000" type="roundRect" r:blip="" blipPhldr="0" lkTxEntry="0" zOrderOff="0" hideGeom="0">
            <dgm:adjLst/>
          </dgm:shape>
          <dgm:presOf axis="ch desOrSelf" ptType="node node" st="1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2">
          <dgm:alg type="tx"/>
          <dgm:shape rot="0.000000" type="roundRect" r:blip="" blipPhldr="0" lkTxEntry="0" zOrderOff="0" hideGeom="0">
            <dgm:adjLst/>
          </dgm:shape>
          <dgm:presOf axis="ch desOrSelf" ptType="node node" st="2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3">
          <dgm:alg type="tx"/>
          <dgm:shape rot="0.000000" type="roundRect" r:blip="" blipPhldr="0" lkTxEntry="0" zOrderOff="0" hideGeom="0">
            <dgm:adjLst/>
          </dgm:shape>
          <dgm:presOf axis="ch desOrSelf" ptType="node node" st="3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  <dgm:layoutNode name="quad4">
          <dgm:alg type="tx"/>
          <dgm:shape rot="0.000000" type="roundRect" r:blip="" blipPhldr="0" lkTxEntry="0" zOrderOff="0" hideGeom="0">
            <dgm:adjLst/>
          </dgm:shape>
          <dgm:presOf axis="ch desOrSelf" ptType="node node" st="4 1" cnt="1 0"/>
          <dgm:constrLst>
            <dgm:constr type="w" for="self" ptType="all" refPtType="all" refType="h" refFor="self" op="equ" fact="1.0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primFontSz" for="self" ptType="all" val="5" fact="NaN" max="NaN"/>
          </dgm:ruleLst>
          <dgm:varLst>
            <dgm:chMax val="0"/>
            <dgm:chPref val="0"/>
            <dgm:bulletEnabled val="1"/>
          </dgm:var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CompostProcess">
    <dgm:alg type="composite">
      <dgm:param type="horzAlign" val="ctr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arrow" ptType="all" refPtType="all" refType="w" refFor="self" op="none" fact="0.850000" val="0"/>
      <dgm:constr type="h" for="ch" forName="arrow" ptType="all" refPtType="all" refType="h" refFor="self" op="none" fact="1.000000" val="0"/>
      <dgm:constr type="ctrX" for="ch" forName="arrow" ptType="all" refPtType="all" refType="w" refFor="self" op="none" fact="0.500000" val="0"/>
      <dgm:constr type="ctrY" for="ch" forName="arrow" ptType="all" refPtType="all" refType="h" refFor="self" op="none" fact="0.500000" val="0"/>
      <dgm:constr type="w" for="ch" forName="linearProcess" ptType="all" refPtType="all" refType="w" refFor="self" op="none" fact="1.000000" val="0"/>
      <dgm:constr type="h" for="ch" forName="linearProcess" ptType="all" refPtType="all" refType="h" refFor="self" op="none" fact="0.400000" val="0"/>
      <dgm:constr type="ctrX" for="ch" forName="linearProcess" ptType="all" refPtType="all" refType="w" refFor="self" op="none" fact="0.500000" val="0"/>
      <dgm:constr type="ctrY" for="ch" forName="linearProcess" ptType="all" refPtType="all" refType="h" refFor="self" op="none" fact="0.500000" val="0"/>
    </dgm:constrLst>
    <dgm:ruleLst/>
    <dgm:varLst>
      <dgm:dir val="norm"/>
      <dgm:resizeHandles val="exact"/>
    </dgm:varLst>
    <dgm:layoutNode name="arrow" styleLbl="bgShp">
      <dgm:alg type="sp"/>
      <dgm:presOf/>
      <dgm:constrLst/>
      <dgm:ruleLst/>
      <dgm:choose name="Name0">
        <dgm:if name="Name1" func="var" arg="dir" op="equ" val="norm">
          <dgm:shape rot="0.000000" type="rightArrow" r:blip="" blipPhldr="0" lkTxEntry="0" zOrderOff="0" hideGeom="0">
            <dgm:adjLst/>
          </dgm:shape>
        </dgm:if>
        <dgm:else name="Name2">
          <dgm:shape rot="0.000000" type="leftArrow" r:blip="" blipPhldr="0" lkTxEntry="0" zOrderOff="0" hideGeom="0">
            <dgm:adjLst/>
          </dgm:shape>
        </dgm:else>
      </dgm:choose>
    </dgm:layoutNode>
    <dgm:layoutNode name="linearProcess">
      <dgm:shape rot="0.000000" type="none" r:blip="" blipPhldr="0" lkTxEntry="0" zOrderOff="0" hideGeom="0">
        <dgm:adjLst/>
      </dgm:shape>
      <dgm:presOf/>
      <dgm:constrLst>
        <dgm:constr type="userA" for="ch" ptType="node" refPtType="all" refType="w" refFor="self" op="none" fact="1.000000" val="0"/>
        <dgm:constr type="h" for="ch" ptType="node" refPtType="all" refType="h" refFor="self" op="none" fact="1.000000" val="0"/>
        <dgm:constr type="w" for="ch" ptType="node" refPtType="all" refType="none" refFor="self" op="equ" fact="1.000000" val="0"/>
        <dgm:constr type="w" for="ch" forName="sibTrans" ptType="all" refPtType="all" refType="w" refFor="self" op="none" fact="0.050000" val="0"/>
        <dgm:constr type="primFontSz" for="ch" ptType="node" refPtType="all" refType="none" refFor="self" op="equ" fact="1.000000" val="65"/>
      </dgm:constrLst>
      <dgm:ruleLst/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forEach name="Name6" axis="ch" ptType="node">
        <dgm:layoutNode name="textNode" styleLbl="node1">
          <dgm:alg type="tx"/>
          <dgm:shape rot="0.000000" type="roundRect" r:blip="" blipPhldr="0" lkTxEntry="0" zOrderOff="0" hideGeom="0">
            <dgm:adjLst/>
          </dgm:shape>
          <dgm:presOf axis="desOrSelf" ptType="node"/>
          <dgm:constrLst>
            <dgm:constr type="userA" for="self" ptType="all" refPtType="all" refType="none" refFor="self" op="none" fact="1.000000" val="0"/>
            <dgm:constr type="w" for="self" ptType="all" refPtType="all" refType="userA" refFor="self" op="none" fact="0.300000" val="0"/>
            <dgm:constr type="tMarg" for="self" ptType="all" refPtType="all" refType="primFontSz" refFor="self" op="none" fact="0.300000" val="0"/>
            <dgm:constr type="bMarg" for="self" ptType="all" refPtType="all" refType="primFontSz" refFor="self" op="none" fact="0.300000" val="0"/>
            <dgm:constr type="lMarg" for="self" ptType="all" refPtType="all" refType="primFontSz" refFor="self" op="none" fact="0.300000" val="0"/>
            <dgm:constr type="rMarg" for="self" ptType="all" refPtType="all" refType="primFontSz" refFor="self" op="none" fact="0.300000" val="0"/>
          </dgm:constrLst>
          <dgm:ruleLst>
            <dgm:rule type="w" for="self" ptType="all" val="NaN" fact="1" max="NaN"/>
            <dgm:rule type="primFontSz" for="self" ptType="all" val="5" fact="NaN" max="NaN"/>
          </dgm:ruleLst>
          <dgm:varLst>
            <dgm:bulletEnabled val="1"/>
          </dgm:varLst>
        </dgm:layoutNode>
        <dgm:forEach name="Name7" axis="followSib" ptType="sibTrans" cnt="1">
          <dgm:layoutNode name="sibTrans">
            <dgm:alg type="sp"/>
            <dgm:shape rot="0.000000" type="none" r:blip="" blipPhldr="0" lkTxEntry="0" zOrderOff="0" hideGeom="0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2" type="node">
          <dgm:prSet phldr="1"/>
        </dgm:pt>
        <dgm:pt modelId="21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12" type="parOf" srcId="1" destId="11" srcOrd="0" destOrd="0"/>
        <dgm:cxn modelId="23" type="parOf" srcId="2" destId="21" srcOrd="0" destOrd="0"/>
      </dgm:cxnLst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linear">
    <dgm:alg type="lin">
      <dgm:param type="linDir" val="fromT"/>
      <dgm:param type="vertAlign" val="mid"/>
    </dgm:alg>
    <dgm:shape rot="0.000000" type="none" r:blip="" blipPhldr="0" lkTxEntry="0" zOrderOff="0" hideGeom="0">
      <dgm:adjLst/>
    </dgm:shape>
    <dgm:presOf/>
    <dgm:constrLst>
      <dgm:constr type="w" for="ch" forName="parentText" ptType="all" refPtType="all" refType="w" refFor="self" op="none" fact="1.000000" val="0"/>
      <dgm:constr type="h" for="ch" forName="parentText" ptType="all" refPtType="all" refType="primFontSz" refFor="ch" refForName="parentText" op="none" fact="0.520000" val="0"/>
      <dgm:constr type="w" for="ch" forName="childText" ptType="all" refPtType="all" refType="w" refFor="self" op="none" fact="1.000000" val="0"/>
      <dgm:constr type="h" for="ch" forName="childText" ptType="all" refPtType="all" refType="primFontSz" refFor="ch" refForName="parentText" op="none" fact="0.460000" val="0"/>
      <dgm:constr type="h" for="ch" forName="parentText" ptType="all" refPtType="all" refType="none" refFor="self" op="equ" fact="1.000000" val="0"/>
      <dgm:constr type="primFontSz" for="ch" forName="parentText" ptType="all" refPtType="all" refType="none" refFor="self" op="equ" fact="1.000000" val="65"/>
      <dgm:constr type="primFontSz" for="ch" forName="childText" ptType="all" refPtType="all" refType="primFontSz" refFor="ch" refForName="parentText" op="equ" fact="1.000000" val="0"/>
      <dgm:constr type="h" for="ch" forName="spacer" ptType="all" refPtType="all" refType="primFontSz" refFor="ch" refForName="parentText" op="none" fact="0.080000" val="0"/>
    </dgm:constrLst>
    <dgm:ruleLst>
      <dgm:rule type="primFontSz" for="ch" forName="parentText" ptType="all" val="5" fact="NaN" max="NaN"/>
    </dgm:ruleLst>
    <dgm:varLst>
      <dgm:animLvl val="lvl"/>
      <dgm:resizeHandles val="exact"/>
    </dgm:varLst>
    <dgm:forEach name="Name0" axis="ch" ptType="node">
      <dgm:layoutNode name="parentText" styleLbl="node1">
        <dgm:alg type="tx">
          <dgm:param type="parTxLTRAlign" val="l"/>
          <dgm:param type="parTxRTLAlign" val="r"/>
        </dgm:alg>
        <dgm:shape rot="0.000000" type="roundRect" r:blip="" blipPhldr="0" lkTxEntry="0" zOrderOff="0" hideGeom="0">
          <dgm:adjLst/>
        </dgm:shape>
        <dgm:presOf axis="self"/>
        <dgm:constrLst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h" for="self" ptType="all" val="INF" fact="NaN" max="NaN"/>
        </dgm:ruleLst>
        <dgm:varLst>
          <dgm:chMax val="0"/>
          <dgm:bulletEnabled val="1"/>
        </dgm:varLst>
      </dgm:layoutNode>
      <dgm:choose name="Name1">
        <dgm:if name="Name2" axis="ch" ptType="node" func="cnt" arg="none" op="gte" val="1">
          <dgm:layoutNode name="childText" styleLbl="revTx">
            <dgm:alg type="tx">
              <dgm:param type="stBulletLvl" val="1"/>
              <dgm:param type="lnSpAfChP" val="20"/>
            </dgm:alg>
            <dgm:shape rot="0.000000" type="rect" r:blip="" blipPhldr="0" lkTxEntry="0" zOrderOff="0" hideGeom="0">
              <dgm:adjLst/>
            </dgm:shape>
            <dgm:presOf axis="des" ptType="node"/>
            <dgm:constrLst>
              <dgm:constr type="tMarg" for="self" ptType="all" refPtType="all" refType="primFontSz" refFor="self" op="none" fact="0.100000" val="0"/>
              <dgm:constr type="bMarg" for="self" ptType="all" refPtType="all" refType="primFontSz" refFor="self" op="none" fact="0.100000" val="0"/>
              <dgm:constr type="lMarg" for="self" ptType="all" refPtType="all" refType="w" refFor="self" op="none" fact="0.090000" val="0"/>
            </dgm:constrLst>
            <dgm:ruleLst>
              <dgm:rule type="h" for="self" ptType="all" val="INF" fact="NaN" max="NaN"/>
            </dgm:ruleLst>
            <dgm:varLst>
              <dgm:bulletEnabled val="1"/>
            </dgm:varLst>
          </dgm:layoutNode>
        </dgm:if>
        <dgm:else name="Name3">
          <dgm:choose name="Name4">
            <dgm:if name="Name5" axis="par ch" ptType="doc node" func="cnt" arg="none" op="gte" val="2">
              <dgm:forEach name="Name6" axis="followSib" ptType="sibTrans" cnt="1">
                <dgm:layoutNode name="spacer">
                  <dgm:alg type="sp"/>
                  <dgm:shape rot="0.000000" type="none" r:blip="" blipPhldr="0" lkTxEntry="0" zOrderOff="0" hideGeom="0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3484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866670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12968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899004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668164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87533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977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622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55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2A18E5-D805-5785-6967-A3E2DEBA24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6566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96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161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598346-A2C1-B3E7-626F-2D656C3364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687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776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644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38F8A4-0980-2B1C-11CE-11200F0614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626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210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97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EA58C-4265-B9CE-CD92-C64A9F1D3C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71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157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486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BF6FCA-E17A-8A1C-7E30-4712C17406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45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067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845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2B7725-086A-F537-0F18-ECD125BEEA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092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214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89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87AA74-876B-1011-566B-1FC09F169F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534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3644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488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CBB10-B8E8-8643-A824-96A5655569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97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716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832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5EE37E-6183-869A-EB85-7ECDA2E3DE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54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628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237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12A10D-55E2-CA0D-E068-1D1E2D0291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058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375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166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9AFEF-9EEF-9D78-71E7-5F97BE7232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0850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286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792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9942A2-52C2-698B-40DC-140AAE69F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274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850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833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94269A-C3D4-2477-014E-75A23AB5B5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292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258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839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4CF36-DDA8-CD81-366A-BC5F44990A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480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969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324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55F2AC-D56A-F38D-B191-2206BF11E1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957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640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357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83F057-65D1-CF07-7CC5-47B454185F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519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8219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599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A079E5-2AB5-FEE1-B3E0-6E15304717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75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702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744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A49923-C9EC-452C-8197-9F55832A54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409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055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661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ABB54-5419-076C-9B9C-7BB7CA7501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348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125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62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818D5-CD4E-892E-C57F-71FF6D6047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064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3023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856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9C3E5-2FD2-35CB-AFBD-AAC25E8D17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552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821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471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C9E8A-AD40-D48C-9E9A-C11E718C1A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885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976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818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977B5-A37F-9BE4-E95D-9877E4A64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14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07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52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588E37-961E-70DC-74C6-0D0A4AD9E3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91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042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58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D7EF9A-9659-E49D-EB96-006D16E40A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6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070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9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D93C3-D320-7EE3-AFB0-9788988DC2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728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217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4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57351C-555F-B2FD-4411-5334417D9E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153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645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04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FB4FFE-F79B-8FEA-F769-7C92C7707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702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754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3568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25DD56-3D35-151E-691C-4E14E0356B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638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459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504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F8C21F-1D61-89C4-FF7E-C4CEC3F9A7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476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0753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03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C08FBF-14C2-5AE9-8E59-EC03464BE7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28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6610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150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D32239-8ABB-DD7F-DAF0-4DC47CE156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416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949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291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170537-52C1-2A53-2AB4-224A8427C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30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45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414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1F4C38-B363-2FBC-7325-94036A1192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44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775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388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032553-6458-6269-589F-CB354F1949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481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301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184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2FB348-8351-825D-5BE1-1544F35068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607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7703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356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B697D-40C7-E7DD-ECD8-09C557DCBF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02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34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420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CFF2F1-E58A-BBCF-9CF6-6098476691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816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850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509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5BCB0B-6CCC-8C27-D771-08DC6B6046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0703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131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971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F95AC2-0054-8DB1-4FF9-F2097D2898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741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905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559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88401C-BFC2-710E-E772-3BDEAD5E93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9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576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579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B1CACC-AF5E-8152-C02D-2FA46D5BBA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716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121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8064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D9D02-C2F8-6836-1CBB-B41A36FF8F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881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275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63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C9626-BB53-FD60-7CDF-03452E33A3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439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4540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000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2F0AC-60EE-700C-1D5F-0F56931EEF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869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60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415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B893F-9D42-3D07-B205-BF444BFA95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712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7619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261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C8A3BB-5CB0-C462-9E6F-16FB8F839A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43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856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957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1705C-ECD2-15A0-5969-139195B19E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62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6158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208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D067C-E754-902E-E11B-63E922EE8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913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758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475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4BD1D3-BD32-C7DE-FC6E-351F9F43F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996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1452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68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0D5A5-9152-AA02-516C-5927BF0244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42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599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368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CD7C3D-83C9-B305-CDC1-C92F46096B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541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953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24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0AC8F5-47C5-4064-C545-8A145FA0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852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0604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196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054C40-8733-0B7F-3EA6-C75B39423A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783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494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323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2D78EC-4344-EEE7-D102-1D9F867409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633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168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892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8ECCD4-2184-0801-E7F7-6B38FFBDB8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0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2173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464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05377F-72CA-09A1-6865-2532691193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658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7358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978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DB02E7-3372-EC38-C167-67C5DEC393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381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213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782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8C5D9E-E0D9-B31D-48C7-B10676A6DC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54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778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259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2552B7-5530-9563-EC99-CE1E43BF65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2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5366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7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3D2B80-5758-1694-4835-C4560F8A6F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232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362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393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D47F39-C243-BF93-904B-464D8DE0F2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16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6986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268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8816AF-ED4B-254A-99C2-5EC9AE7EC1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386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329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40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7107B-C980-D392-F220-6D7C975886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328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1350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830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15476F-9DD0-3C68-607B-9438EBD4AA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088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5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258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F4C6D-2D9D-76BB-6A1C-78FBA4B1A8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01504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32537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23562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3859132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73551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527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661922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163477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449166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2216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896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322825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52115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8620057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0667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867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419510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4684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73382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853846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20340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00726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90925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69814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283087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355910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031462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99162323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702532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8349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5747253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51013131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485439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9058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8461979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35531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104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4300032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590950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69977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933422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0058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61885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03779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902333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7538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1908212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39357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842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315652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350548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517938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22521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107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158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577088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8282493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7758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0D252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5201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737573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641092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423CB0-27CC-4E39-866F-B17FB255BF29}" type="datetimeFigureOut">
              <a:rPr lang="en-US"/>
              <a:t>7/1/2026</a:t>
            </a:fld>
            <a:endParaRPr lang="en-US"/>
          </a:p>
        </p:txBody>
      </p:sp>
      <p:sp>
        <p:nvSpPr>
          <p:cNvPr id="154365279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72341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9B1AE6-84CB-4105-9CC0-402F82C3E5E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Relationship Id="rId8" Type="http://schemas.microsoft.com/office/2007/relationships/diagramDrawing" Target="../diagrams/drawing2.xml" /><Relationship Id="rId9" Type="http://schemas.openxmlformats.org/officeDocument/2006/relationships/diagramData" Target="../diagrams/data2.xml" /><Relationship Id="rId10" Type="http://schemas.openxmlformats.org/officeDocument/2006/relationships/diagramColors" Target="../diagrams/colors2.xml" /><Relationship Id="rId11" Type="http://schemas.openxmlformats.org/officeDocument/2006/relationships/diagramLayout" Target="../diagrams/layout2.xml" /><Relationship Id="rId12" Type="http://schemas.openxmlformats.org/officeDocument/2006/relationships/diagramQuickStyle" Target="../diagrams/quickStyle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microsoft.com/office/2007/relationships/diagramDrawing" Target="../diagrams/drawing3.xml" /><Relationship Id="rId4" Type="http://schemas.openxmlformats.org/officeDocument/2006/relationships/diagramData" Target="../diagrams/data3.xml" /><Relationship Id="rId5" Type="http://schemas.openxmlformats.org/officeDocument/2006/relationships/diagramColors" Target="../diagrams/colors3.xml" /><Relationship Id="rId6" Type="http://schemas.openxmlformats.org/officeDocument/2006/relationships/diagramLayout" Target="../diagrams/layout3.xml" /><Relationship Id="rId7" Type="http://schemas.openxmlformats.org/officeDocument/2006/relationships/diagramQuickStyle" Target="../diagrams/quickStyle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microsoft.com/office/2007/relationships/diagramDrawing" Target="../diagrams/drawing4.xml" /><Relationship Id="rId4" Type="http://schemas.openxmlformats.org/officeDocument/2006/relationships/diagramData" Target="../diagrams/data4.xml" /><Relationship Id="rId5" Type="http://schemas.openxmlformats.org/officeDocument/2006/relationships/diagramColors" Target="../diagrams/colors4.xml" /><Relationship Id="rId6" Type="http://schemas.openxmlformats.org/officeDocument/2006/relationships/diagramLayout" Target="../diagrams/layout4.xml" /><Relationship Id="rId7" Type="http://schemas.openxmlformats.org/officeDocument/2006/relationships/diagramQuickStyle" Target="../diagrams/quickStyle4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microsoft.com/office/2007/relationships/diagramDrawing" Target="../diagrams/drawing5.xml" /><Relationship Id="rId4" Type="http://schemas.openxmlformats.org/officeDocument/2006/relationships/diagramData" Target="../diagrams/data5.xml" /><Relationship Id="rId5" Type="http://schemas.openxmlformats.org/officeDocument/2006/relationships/diagramColors" Target="../diagrams/colors5.xml" /><Relationship Id="rId6" Type="http://schemas.openxmlformats.org/officeDocument/2006/relationships/diagramLayout" Target="../diagrams/layout5.xml" /><Relationship Id="rId7" Type="http://schemas.openxmlformats.org/officeDocument/2006/relationships/diagramQuickStyle" Target="../diagrams/quickStyle5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microsoft.com/office/2007/relationships/diagramDrawing" Target="../diagrams/drawing6.xml" /><Relationship Id="rId4" Type="http://schemas.openxmlformats.org/officeDocument/2006/relationships/diagramData" Target="../diagrams/data6.xml" /><Relationship Id="rId5" Type="http://schemas.openxmlformats.org/officeDocument/2006/relationships/diagramColors" Target="../diagrams/colors6.xml" /><Relationship Id="rId6" Type="http://schemas.openxmlformats.org/officeDocument/2006/relationships/diagramLayout" Target="../diagrams/layout6.xml" /><Relationship Id="rId7" Type="http://schemas.openxmlformats.org/officeDocument/2006/relationships/diagramQuickStyle" Target="../diagrams/quickStyle6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microsoft.com/office/2007/relationships/diagramDrawing" Target="../diagrams/drawing7.xml" /><Relationship Id="rId4" Type="http://schemas.openxmlformats.org/officeDocument/2006/relationships/diagramData" Target="../diagrams/data7.xml" /><Relationship Id="rId5" Type="http://schemas.openxmlformats.org/officeDocument/2006/relationships/diagramColors" Target="../diagrams/colors7.xml" /><Relationship Id="rId6" Type="http://schemas.openxmlformats.org/officeDocument/2006/relationships/diagramLayout" Target="../diagrams/layout7.xml" /><Relationship Id="rId7" Type="http://schemas.openxmlformats.org/officeDocument/2006/relationships/diagramQuickStyle" Target="../diagrams/quickStyle7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microsoft.com/office/2007/relationships/diagramDrawing" Target="../diagrams/drawing8.xml" /><Relationship Id="rId4" Type="http://schemas.openxmlformats.org/officeDocument/2006/relationships/diagramData" Target="../diagrams/data8.xml" /><Relationship Id="rId5" Type="http://schemas.openxmlformats.org/officeDocument/2006/relationships/diagramColors" Target="../diagrams/colors8.xml" /><Relationship Id="rId6" Type="http://schemas.openxmlformats.org/officeDocument/2006/relationships/diagramLayout" Target="../diagrams/layout8.xml" /><Relationship Id="rId7" Type="http://schemas.openxmlformats.org/officeDocument/2006/relationships/diagramQuickStyle" Target="../diagrams/quickStyle8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microsoft.com/office/2007/relationships/diagramDrawing" Target="../diagrams/drawing9.xml" /><Relationship Id="rId4" Type="http://schemas.openxmlformats.org/officeDocument/2006/relationships/diagramData" Target="../diagrams/data9.xml" /><Relationship Id="rId5" Type="http://schemas.openxmlformats.org/officeDocument/2006/relationships/diagramColors" Target="../diagrams/colors9.xml" /><Relationship Id="rId6" Type="http://schemas.openxmlformats.org/officeDocument/2006/relationships/diagramLayout" Target="../diagrams/layout9.xml" /><Relationship Id="rId7" Type="http://schemas.openxmlformats.org/officeDocument/2006/relationships/diagramQuickStyle" Target="../diagrams/quickStyle9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microsoft.com/office/2007/relationships/diagramDrawing" Target="../diagrams/drawing10.xml" /><Relationship Id="rId4" Type="http://schemas.openxmlformats.org/officeDocument/2006/relationships/diagramData" Target="../diagrams/data10.xml" /><Relationship Id="rId5" Type="http://schemas.openxmlformats.org/officeDocument/2006/relationships/diagramColors" Target="../diagrams/colors10.xml" /><Relationship Id="rId6" Type="http://schemas.openxmlformats.org/officeDocument/2006/relationships/diagramLayout" Target="../diagrams/layout10.xml" /><Relationship Id="rId7" Type="http://schemas.openxmlformats.org/officeDocument/2006/relationships/diagramQuickStyle" Target="../diagrams/quickStyle10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microsoft.com/office/2007/relationships/diagramDrawing" Target="../diagrams/drawing11.xml" /><Relationship Id="rId4" Type="http://schemas.openxmlformats.org/officeDocument/2006/relationships/diagramData" Target="../diagrams/data11.xml" /><Relationship Id="rId5" Type="http://schemas.openxmlformats.org/officeDocument/2006/relationships/diagramColors" Target="../diagrams/colors11.xml" /><Relationship Id="rId6" Type="http://schemas.openxmlformats.org/officeDocument/2006/relationships/diagramLayout" Target="../diagrams/layout11.xml" /><Relationship Id="rId7" Type="http://schemas.openxmlformats.org/officeDocument/2006/relationships/diagramQuickStyle" Target="../diagrams/quickStyle11.xml" /><Relationship Id="rId8" Type="http://schemas.microsoft.com/office/2007/relationships/diagramDrawing" Target="../diagrams/drawing12.xml" /><Relationship Id="rId9" Type="http://schemas.openxmlformats.org/officeDocument/2006/relationships/diagramData" Target="../diagrams/data12.xml" /><Relationship Id="rId10" Type="http://schemas.openxmlformats.org/officeDocument/2006/relationships/diagramColors" Target="../diagrams/colors12.xml" /><Relationship Id="rId11" Type="http://schemas.openxmlformats.org/officeDocument/2006/relationships/diagramLayout" Target="../diagrams/layout12.xml" /><Relationship Id="rId12" Type="http://schemas.openxmlformats.org/officeDocument/2006/relationships/diagramQuickStyle" Target="../diagrams/quickStyle12.xml" /><Relationship Id="rId13" Type="http://schemas.microsoft.com/office/2007/relationships/diagramDrawing" Target="../diagrams/drawing13.xml" /><Relationship Id="rId14" Type="http://schemas.openxmlformats.org/officeDocument/2006/relationships/diagramData" Target="../diagrams/data13.xml" /><Relationship Id="rId15" Type="http://schemas.openxmlformats.org/officeDocument/2006/relationships/diagramColors" Target="../diagrams/colors13.xml" /><Relationship Id="rId16" Type="http://schemas.openxmlformats.org/officeDocument/2006/relationships/diagramLayout" Target="../diagrams/layout13.xml" /><Relationship Id="rId17" Type="http://schemas.openxmlformats.org/officeDocument/2006/relationships/diagramQuickStyle" Target="../diagrams/quickStyle13.xml" /><Relationship Id="rId18" Type="http://schemas.microsoft.com/office/2007/relationships/diagramDrawing" Target="../diagrams/drawing14.xml" /><Relationship Id="rId19" Type="http://schemas.openxmlformats.org/officeDocument/2006/relationships/diagramData" Target="../diagrams/data14.xml" /><Relationship Id="rId20" Type="http://schemas.openxmlformats.org/officeDocument/2006/relationships/diagramColors" Target="../diagrams/colors14.xml" /><Relationship Id="rId21" Type="http://schemas.openxmlformats.org/officeDocument/2006/relationships/diagramLayout" Target="../diagrams/layout14.xml" /><Relationship Id="rId22" Type="http://schemas.openxmlformats.org/officeDocument/2006/relationships/diagramQuickStyle" Target="../diagrams/quickStyle14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microsoft.com/office/2007/relationships/diagramDrawing" Target="../diagrams/drawing15.xml" /><Relationship Id="rId4" Type="http://schemas.openxmlformats.org/officeDocument/2006/relationships/diagramData" Target="../diagrams/data15.xml" /><Relationship Id="rId5" Type="http://schemas.openxmlformats.org/officeDocument/2006/relationships/diagramColors" Target="../diagrams/colors15.xml" /><Relationship Id="rId6" Type="http://schemas.openxmlformats.org/officeDocument/2006/relationships/diagramLayout" Target="../diagrams/layout15.xml" /><Relationship Id="rId7" Type="http://schemas.openxmlformats.org/officeDocument/2006/relationships/diagramQuickStyle" Target="../diagrams/quickStyle15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microsoft.com/office/2007/relationships/diagramDrawing" Target="../diagrams/drawing16.xml" /><Relationship Id="rId4" Type="http://schemas.openxmlformats.org/officeDocument/2006/relationships/diagramData" Target="../diagrams/data16.xml" /><Relationship Id="rId5" Type="http://schemas.openxmlformats.org/officeDocument/2006/relationships/diagramColors" Target="../diagrams/colors16.xml" /><Relationship Id="rId6" Type="http://schemas.openxmlformats.org/officeDocument/2006/relationships/diagramLayout" Target="../diagrams/layout16.xml" /><Relationship Id="rId7" Type="http://schemas.openxmlformats.org/officeDocument/2006/relationships/diagramQuickStyle" Target="../diagrams/quickStyle16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microsoft.com/office/2007/relationships/diagramDrawing" Target="../diagrams/drawing17.xml" /><Relationship Id="rId4" Type="http://schemas.openxmlformats.org/officeDocument/2006/relationships/diagramData" Target="../diagrams/data17.xml" /><Relationship Id="rId5" Type="http://schemas.openxmlformats.org/officeDocument/2006/relationships/diagramColors" Target="../diagrams/colors17.xml" /><Relationship Id="rId6" Type="http://schemas.openxmlformats.org/officeDocument/2006/relationships/diagramLayout" Target="../diagrams/layout17.xml" /><Relationship Id="rId7" Type="http://schemas.openxmlformats.org/officeDocument/2006/relationships/diagramQuickStyle" Target="../diagrams/quickStyle17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6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jp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Relationship Id="rId4" Type="http://schemas.microsoft.com/office/2007/relationships/media" Target="../media/media2.mp4"/><Relationship Id="rId5" Type="http://schemas.openxmlformats.org/officeDocument/2006/relationships/video" Target="../media/media2.mp4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0.jp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jp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5.jp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microsoft.com/office/2007/relationships/diagramDrawing" Target="../diagrams/drawing18.xml" /><Relationship Id="rId4" Type="http://schemas.openxmlformats.org/officeDocument/2006/relationships/diagramData" Target="../diagrams/data18.xml" /><Relationship Id="rId5" Type="http://schemas.openxmlformats.org/officeDocument/2006/relationships/diagramColors" Target="../diagrams/colors18.xml" /><Relationship Id="rId6" Type="http://schemas.openxmlformats.org/officeDocument/2006/relationships/diagramLayout" Target="../diagrams/layout18.xml" /><Relationship Id="rId7" Type="http://schemas.openxmlformats.org/officeDocument/2006/relationships/diagramQuickStyle" Target="../diagrams/quickStyle18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microsoft.com/office/2007/relationships/diagramDrawing" Target="../diagrams/drawing19.xml" /><Relationship Id="rId4" Type="http://schemas.openxmlformats.org/officeDocument/2006/relationships/diagramData" Target="../diagrams/data19.xml" /><Relationship Id="rId5" Type="http://schemas.openxmlformats.org/officeDocument/2006/relationships/diagramColors" Target="../diagrams/colors19.xml" /><Relationship Id="rId6" Type="http://schemas.openxmlformats.org/officeDocument/2006/relationships/diagramLayout" Target="../diagrams/layout19.xml" /><Relationship Id="rId7" Type="http://schemas.openxmlformats.org/officeDocument/2006/relationships/diagramQuickStyle" Target="../diagrams/quickStyle19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2295236" name="Picture 3" descr="A close up of a circuit board&#10;&#10;Description automatically generated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7414248" name="Title 1"/>
          <p:cNvSpPr>
            <a:spLocks noGrp="1"/>
          </p:cNvSpPr>
          <p:nvPr>
            <p:ph type="ctrTitle"/>
          </p:nvPr>
        </p:nvSpPr>
        <p:spPr bwMode="auto">
          <a:xfrm>
            <a:off x="638174" y="1956457"/>
            <a:ext cx="9144000" cy="2387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Segoe UI"/>
                <a:cs typeface="Segoe UI"/>
              </a:rPr>
              <a:t>Design and Implementation of a </a:t>
            </a:r>
            <a:br>
              <a:rPr lang="en-US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en-US" b="1">
                <a:solidFill>
                  <a:schemeClr val="bg1"/>
                </a:solidFill>
                <a:latin typeface="Segoe UI"/>
                <a:cs typeface="Segoe UI"/>
              </a:rPr>
              <a:t>ShuffleNet V2 Accelerator </a:t>
            </a:r>
            <a:r>
              <a:rPr lang="en-US" sz="6000" b="1" i="0" u="none" strike="noStrike" cap="none" spc="0">
                <a:solidFill>
                  <a:schemeClr val="bg1"/>
                </a:solidFill>
                <a:latin typeface="Segoe UI"/>
                <a:ea typeface="Segoe UI"/>
                <a:cs typeface="Segoe UI"/>
              </a:rPr>
              <a:t>on FPGA</a:t>
            </a:r>
            <a:br>
              <a:rPr lang="en-US">
                <a:solidFill>
                  <a:srgbClr val="50FA1E"/>
                </a:solidFill>
                <a:latin typeface="Segoe UI"/>
                <a:cs typeface="Segoe UI"/>
              </a:rPr>
            </a:br>
            <a:r>
              <a:rPr lang="en-US" sz="4000" b="1">
                <a:solidFill>
                  <a:srgbClr val="48A9C9"/>
                </a:solidFill>
                <a:latin typeface="Segoe UI"/>
                <a:cs typeface="Segoe UI"/>
              </a:rPr>
              <a:t>Using RTL and HLS</a:t>
            </a:r>
            <a:endParaRPr/>
          </a:p>
        </p:txBody>
      </p:sp>
      <p:sp>
        <p:nvSpPr>
          <p:cNvPr id="653734380" name="TextBox 5"/>
          <p:cNvSpPr txBox="1"/>
          <p:nvPr/>
        </p:nvSpPr>
        <p:spPr bwMode="auto">
          <a:xfrm>
            <a:off x="638175" y="258624"/>
            <a:ext cx="5000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0800" b="1">
                <a:solidFill>
                  <a:srgbClr val="50FA1E"/>
                </a:solidFill>
                <a:latin typeface="Segoe UI"/>
                <a:cs typeface="Segoe UI"/>
              </a:rPr>
              <a:t>XLR8</a:t>
            </a:r>
            <a:endParaRPr/>
          </a:p>
        </p:txBody>
      </p:sp>
      <p:cxnSp>
        <p:nvCxnSpPr>
          <p:cNvPr id="1834890099" name="Straight Connector 6"/>
          <p:cNvCxnSpPr/>
          <p:nvPr/>
        </p:nvCxnSpPr>
        <p:spPr bwMode="auto">
          <a:xfrm>
            <a:off x="685799" y="1771650"/>
            <a:ext cx="4905375" cy="0"/>
          </a:xfrm>
          <a:prstGeom prst="line">
            <a:avLst/>
          </a:prstGeom>
          <a:ln w="57150">
            <a:solidFill>
              <a:srgbClr val="50FA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083081" name="Half Frame 7"/>
          <p:cNvSpPr/>
          <p:nvPr/>
        </p:nvSpPr>
        <p:spPr bwMode="auto">
          <a:xfrm>
            <a:off x="323850" y="258624"/>
            <a:ext cx="1543050" cy="1042989"/>
          </a:xfrm>
          <a:prstGeom prst="halfFrame">
            <a:avLst>
              <a:gd name="adj1" fmla="val 8193"/>
              <a:gd name="adj2" fmla="val 9645"/>
            </a:avLst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110197" name="Straight Connector 8"/>
          <p:cNvCxnSpPr/>
          <p:nvPr/>
        </p:nvCxnSpPr>
        <p:spPr bwMode="auto">
          <a:xfrm>
            <a:off x="685798" y="4463970"/>
            <a:ext cx="4905375" cy="0"/>
          </a:xfrm>
          <a:prstGeom prst="line">
            <a:avLst/>
          </a:prstGeom>
          <a:ln w="57150">
            <a:solidFill>
              <a:srgbClr val="48A9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433772" name="TextBox 9"/>
          <p:cNvSpPr txBox="1"/>
          <p:nvPr/>
        </p:nvSpPr>
        <p:spPr bwMode="auto">
          <a:xfrm>
            <a:off x="685798" y="4695030"/>
            <a:ext cx="777707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Graduation Project Discussion | Faculty of Engineering | 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Menuofia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 University</a:t>
            </a:r>
            <a:endParaRPr/>
          </a:p>
          <a:p>
            <a:pPr>
              <a:defRPr/>
            </a:pPr>
            <a:endParaRPr lang="en-US">
              <a:solidFill>
                <a:schemeClr val="bg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Supervised by: Dr. Tamer 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Fetouh</a:t>
            </a:r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74098" name="TextBox 1"/>
          <p:cNvSpPr txBox="1"/>
          <p:nvPr/>
        </p:nvSpPr>
        <p:spPr bwMode="auto">
          <a:xfrm flipH="0" flipV="0">
            <a:off x="2675584" y="139602"/>
            <a:ext cx="6840831" cy="1737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800" b="1">
                <a:solidFill>
                  <a:srgbClr val="48A9C9"/>
                </a:solidFill>
                <a:latin typeface="Segoe UI"/>
                <a:cs typeface="Segoe UI"/>
              </a:rPr>
              <a:t>Eureka!</a:t>
            </a:r>
            <a:endParaRPr/>
          </a:p>
        </p:txBody>
      </p:sp>
      <p:pic>
        <p:nvPicPr>
          <p:cNvPr id="940471593" name="Picture 2" descr="A close-up of a device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9943" y="1877323"/>
            <a:ext cx="4738066" cy="43274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9327047" name="TextBox 3"/>
          <p:cNvSpPr txBox="1"/>
          <p:nvPr/>
        </p:nvSpPr>
        <p:spPr bwMode="auto">
          <a:xfrm>
            <a:off x="5982958" y="1877323"/>
            <a:ext cx="5693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>
                <a:solidFill>
                  <a:schemeClr val="bg1"/>
                </a:solidFill>
              </a:rPr>
              <a:t>The first-ever transistor.</a:t>
            </a:r>
            <a:endParaRPr/>
          </a:p>
          <a:p>
            <a:pPr>
              <a:defRPr/>
            </a:pPr>
            <a:r>
              <a:rPr lang="en-US" sz="3600" b="1">
                <a:solidFill>
                  <a:schemeClr val="bg1"/>
                </a:solidFill>
              </a:rPr>
              <a:t>Bell Labs, 1947</a:t>
            </a:r>
            <a:endParaRPr/>
          </a:p>
        </p:txBody>
      </p:sp>
      <p:pic>
        <p:nvPicPr>
          <p:cNvPr id="120411758" name="Picture 4" descr="A close up of a circuit board&#10;&#10;Description automatically generated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8425" y="5907363"/>
            <a:ext cx="1014043" cy="709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75960660" name="TextBox 5"/>
          <p:cNvSpPr txBox="1"/>
          <p:nvPr/>
        </p:nvSpPr>
        <p:spPr bwMode="auto">
          <a:xfrm>
            <a:off x="9467850" y="6086475"/>
            <a:ext cx="862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" b="1" i="0">
                <a:solidFill>
                  <a:srgbClr val="E8E8E8"/>
                </a:solidFill>
                <a:cs typeface="ItalicC"/>
              </a:rPr>
              <a:t>In late June 2026, IBM unveiled the world's first sub-1-nanometer chip technology at the </a:t>
            </a:r>
            <a:r>
              <a:rPr lang="en-US" sz="400" b="1" i="0">
                <a:solidFill>
                  <a:srgbClr val="EEF0FF"/>
                </a:solidFill>
                <a:cs typeface="ItalicC"/>
              </a:rPr>
              <a:t>0.7 nm "</a:t>
            </a:r>
            <a:r>
              <a:rPr lang="en-US" sz="400" b="1" i="0">
                <a:solidFill>
                  <a:srgbClr val="EEF0FF"/>
                </a:solidFill>
                <a:cs typeface="ItalicC"/>
              </a:rPr>
              <a:t>nanostack</a:t>
            </a:r>
            <a:r>
              <a:rPr lang="en-US" sz="400" b="1" i="0">
                <a:solidFill>
                  <a:srgbClr val="EEF0FF"/>
                </a:solidFill>
                <a:cs typeface="ItalicC"/>
              </a:rPr>
              <a:t>" node</a:t>
            </a:r>
            <a:r>
              <a:rPr lang="en-US" sz="400" b="1" i="0">
                <a:solidFill>
                  <a:srgbClr val="E8E8E8"/>
                </a:solidFill>
                <a:cs typeface="ItalicC"/>
              </a:rPr>
              <a:t>, packing nearly 100 billion transistors onto a fingernail-sized chip and extending logic scaling into the angstrom era for AI and high-performance computing.</a:t>
            </a:r>
            <a:endParaRPr lang="en-US" sz="400" b="1">
              <a:cs typeface="Italic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1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411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041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041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50429" name="TextBox 1"/>
          <p:cNvSpPr txBox="1"/>
          <p:nvPr/>
        </p:nvSpPr>
        <p:spPr bwMode="auto">
          <a:xfrm flipH="0" flipV="0">
            <a:off x="2741067" y="122996"/>
            <a:ext cx="6709862" cy="1737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800" b="1">
                <a:solidFill>
                  <a:srgbClr val="48A9C9"/>
                </a:solidFill>
                <a:latin typeface="Segoe UI"/>
                <a:cs typeface="Segoe UI"/>
              </a:rPr>
              <a:t>Eureka!</a:t>
            </a:r>
            <a:endParaRPr/>
          </a:p>
        </p:txBody>
      </p:sp>
      <p:pic>
        <p:nvPicPr>
          <p:cNvPr id="1987333671" name="Picture 2" descr="A close-up of a device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9943" y="5676899"/>
            <a:ext cx="577946" cy="527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66847604" name="TextBox 3"/>
          <p:cNvSpPr txBox="1"/>
          <p:nvPr/>
        </p:nvSpPr>
        <p:spPr bwMode="auto">
          <a:xfrm>
            <a:off x="1591933" y="5940827"/>
            <a:ext cx="569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" b="1">
                <a:solidFill>
                  <a:schemeClr val="bg1"/>
                </a:solidFill>
              </a:rPr>
              <a:t>The first-ever transistor.</a:t>
            </a:r>
            <a:endParaRPr/>
          </a:p>
          <a:p>
            <a:pPr>
              <a:defRPr/>
            </a:pPr>
            <a:r>
              <a:rPr lang="en-US" sz="400" b="1">
                <a:solidFill>
                  <a:schemeClr val="bg1"/>
                </a:solidFill>
              </a:rPr>
              <a:t>Bell Labs, 1947</a:t>
            </a:r>
            <a:endParaRPr/>
          </a:p>
        </p:txBody>
      </p:sp>
      <p:pic>
        <p:nvPicPr>
          <p:cNvPr id="1301349909" name="Picture 4" descr="A close up of a circuit board&#10;&#10;Description automatically generated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24425" y="2173879"/>
            <a:ext cx="6348043" cy="44432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09634493" name="TextBox 5"/>
          <p:cNvSpPr txBox="1"/>
          <p:nvPr/>
        </p:nvSpPr>
        <p:spPr bwMode="auto">
          <a:xfrm>
            <a:off x="304800" y="2505074"/>
            <a:ext cx="46196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i="0">
                <a:solidFill>
                  <a:srgbClr val="E8E8E8"/>
                </a:solidFill>
                <a:cs typeface="ItalicC"/>
              </a:rPr>
              <a:t>In late June 2026, IBM unveiled the world's first sub-1-nanometer chip technology at the </a:t>
            </a:r>
            <a:r>
              <a:rPr lang="en-US" sz="2000" b="1" i="0">
                <a:solidFill>
                  <a:srgbClr val="EEF0FF"/>
                </a:solidFill>
                <a:cs typeface="ItalicC"/>
              </a:rPr>
              <a:t>0.7 nm "</a:t>
            </a:r>
            <a:r>
              <a:rPr lang="en-US" sz="2000" b="1" i="0">
                <a:solidFill>
                  <a:srgbClr val="EEF0FF"/>
                </a:solidFill>
                <a:cs typeface="ItalicC"/>
              </a:rPr>
              <a:t>nanostack</a:t>
            </a:r>
            <a:r>
              <a:rPr lang="en-US" sz="2000" b="1" i="0">
                <a:solidFill>
                  <a:srgbClr val="EEF0FF"/>
                </a:solidFill>
                <a:cs typeface="ItalicC"/>
              </a:rPr>
              <a:t>" node</a:t>
            </a:r>
            <a:r>
              <a:rPr lang="en-US" sz="2000" b="1" i="0">
                <a:solidFill>
                  <a:srgbClr val="E8E8E8"/>
                </a:solidFill>
                <a:cs typeface="ItalicC"/>
              </a:rPr>
              <a:t>, packing nearly 100 billion transistors onto a fingernail-sized chip and extending logic scaling into the angstrom era for AI and high-performance computing.</a:t>
            </a:r>
            <a:endParaRPr lang="en-US" sz="2000" b="1">
              <a:cs typeface="Italic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4882098" name="Picture 3" descr="A close up of a circuit board&#10;&#10;Description automatically generated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90103236" name="Title 1"/>
          <p:cNvSpPr>
            <a:spLocks noGrp="1"/>
          </p:cNvSpPr>
          <p:nvPr>
            <p:ph type="ctrTitle"/>
          </p:nvPr>
        </p:nvSpPr>
        <p:spPr bwMode="auto">
          <a:xfrm>
            <a:off x="638173" y="1956456"/>
            <a:ext cx="9144000" cy="2387599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Segoe UI"/>
                <a:cs typeface="Segoe UI"/>
              </a:rPr>
              <a:t>Design and Implementation of a </a:t>
            </a:r>
            <a:br>
              <a:rPr lang="en-US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en-US" b="1">
                <a:solidFill>
                  <a:schemeClr val="bg1"/>
                </a:solidFill>
                <a:latin typeface="Segoe UI"/>
                <a:cs typeface="Segoe UI"/>
              </a:rPr>
              <a:t>ShuffleNet V2 Accelerator </a:t>
            </a:r>
            <a:r>
              <a:rPr lang="en-US" sz="6000" b="1" i="0" u="none" strike="noStrike" cap="none" spc="0">
                <a:solidFill>
                  <a:schemeClr val="bg1"/>
                </a:solidFill>
                <a:latin typeface="Segoe UI"/>
                <a:ea typeface="Segoe UI"/>
                <a:cs typeface="Segoe UI"/>
              </a:rPr>
              <a:t>on FPGA</a:t>
            </a:r>
            <a:br>
              <a:rPr lang="en-US">
                <a:solidFill>
                  <a:srgbClr val="50FA1E"/>
                </a:solidFill>
                <a:latin typeface="Segoe UI"/>
                <a:cs typeface="Segoe UI"/>
              </a:rPr>
            </a:br>
            <a:r>
              <a:rPr lang="en-US" sz="4000" b="1">
                <a:solidFill>
                  <a:srgbClr val="48A9C9"/>
                </a:solidFill>
                <a:latin typeface="Segoe UI"/>
                <a:cs typeface="Segoe UI"/>
              </a:rPr>
              <a:t>Using RTL and HLS</a:t>
            </a:r>
            <a:endParaRPr/>
          </a:p>
        </p:txBody>
      </p:sp>
      <p:sp>
        <p:nvSpPr>
          <p:cNvPr id="1023134240" name="TextBox 5"/>
          <p:cNvSpPr txBox="1"/>
          <p:nvPr/>
        </p:nvSpPr>
        <p:spPr bwMode="auto">
          <a:xfrm>
            <a:off x="638174" y="258624"/>
            <a:ext cx="5000625" cy="175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0800" b="1">
                <a:solidFill>
                  <a:srgbClr val="50FA1E"/>
                </a:solidFill>
                <a:latin typeface="Segoe UI"/>
                <a:cs typeface="Segoe UI"/>
              </a:rPr>
              <a:t>XLR8</a:t>
            </a:r>
            <a:endParaRPr/>
          </a:p>
        </p:txBody>
      </p:sp>
      <p:cxnSp>
        <p:nvCxnSpPr>
          <p:cNvPr id="176966879" name="Straight Connector 6"/>
          <p:cNvCxnSpPr/>
          <p:nvPr/>
        </p:nvCxnSpPr>
        <p:spPr bwMode="auto">
          <a:xfrm>
            <a:off x="685798" y="1771650"/>
            <a:ext cx="4905374" cy="0"/>
          </a:xfrm>
          <a:prstGeom prst="line">
            <a:avLst/>
          </a:prstGeom>
          <a:ln w="57150">
            <a:solidFill>
              <a:srgbClr val="50FA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4313096" name="Half Frame 7"/>
          <p:cNvSpPr/>
          <p:nvPr/>
        </p:nvSpPr>
        <p:spPr bwMode="auto">
          <a:xfrm>
            <a:off x="323849" y="258624"/>
            <a:ext cx="1543050" cy="1042988"/>
          </a:xfrm>
          <a:prstGeom prst="halfFrame">
            <a:avLst>
              <a:gd name="adj1" fmla="val 8193"/>
              <a:gd name="adj2" fmla="val 9645"/>
            </a:avLst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28067029" name="Straight Connector 8"/>
          <p:cNvCxnSpPr/>
          <p:nvPr/>
        </p:nvCxnSpPr>
        <p:spPr bwMode="auto">
          <a:xfrm>
            <a:off x="685797" y="4463969"/>
            <a:ext cx="4905374" cy="0"/>
          </a:xfrm>
          <a:prstGeom prst="line">
            <a:avLst/>
          </a:prstGeom>
          <a:ln w="57150">
            <a:solidFill>
              <a:srgbClr val="48A9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713486" name="TextBox 9"/>
          <p:cNvSpPr txBox="1"/>
          <p:nvPr/>
        </p:nvSpPr>
        <p:spPr bwMode="auto">
          <a:xfrm>
            <a:off x="685797" y="4695030"/>
            <a:ext cx="7777072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Graduation Project Discussion | Faculty of Engineering | 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Menuofia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 University</a:t>
            </a:r>
            <a:endParaRPr/>
          </a:p>
          <a:p>
            <a:pPr>
              <a:defRPr/>
            </a:pPr>
            <a:endParaRPr lang="en-US">
              <a:solidFill>
                <a:schemeClr val="bg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bg2">
                    <a:lumMod val="75000"/>
                  </a:schemeClr>
                </a:solidFill>
              </a:rPr>
              <a:t>Supervised by: Dr. Tamer </a:t>
            </a:r>
            <a:r>
              <a:rPr lang="en-US">
                <a:solidFill>
                  <a:schemeClr val="bg2">
                    <a:lumMod val="75000"/>
                  </a:schemeClr>
                </a:solidFill>
              </a:rPr>
              <a:t>Fetouh</a:t>
            </a:r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958532" name="Rectangle 1"/>
          <p:cNvSpPr/>
          <p:nvPr/>
        </p:nvSpPr>
        <p:spPr bwMode="auto"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 w="571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2046566" name="Rectangle 2"/>
          <p:cNvSpPr/>
          <p:nvPr/>
        </p:nvSpPr>
        <p:spPr bwMode="auto"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2812236" name="TextBox 3"/>
          <p:cNvSpPr txBox="1"/>
          <p:nvPr/>
        </p:nvSpPr>
        <p:spPr bwMode="auto">
          <a:xfrm>
            <a:off x="320040" y="155448"/>
            <a:ext cx="11734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FAF9F6"/>
                </a:solidFill>
              </a:rPr>
              <a:t>Presentation Outline</a:t>
            </a:r>
            <a:endParaRPr/>
          </a:p>
        </p:txBody>
      </p:sp>
      <p:sp>
        <p:nvSpPr>
          <p:cNvPr id="795047528" name="TextBox 4"/>
          <p:cNvSpPr txBox="1"/>
          <p:nvPr/>
        </p:nvSpPr>
        <p:spPr bwMode="auto">
          <a:xfrm>
            <a:off x="320040" y="877824"/>
            <a:ext cx="1173449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0" i="1">
                <a:solidFill>
                  <a:srgbClr val="48A9C9"/>
                </a:solidFill>
              </a:rPr>
              <a:t>What we will cover today</a:t>
            </a:r>
            <a:endParaRPr/>
          </a:p>
        </p:txBody>
      </p:sp>
      <p:sp>
        <p:nvSpPr>
          <p:cNvPr id="553402900" name="Rectangle 5"/>
          <p:cNvSpPr/>
          <p:nvPr/>
        </p:nvSpPr>
        <p:spPr bwMode="auto">
          <a:xfrm>
            <a:off x="45720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8872723" name="Rectangle 6"/>
          <p:cNvSpPr/>
          <p:nvPr/>
        </p:nvSpPr>
        <p:spPr bwMode="auto">
          <a:xfrm>
            <a:off x="45720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5652852" name="TextBox 7"/>
          <p:cNvSpPr txBox="1"/>
          <p:nvPr/>
        </p:nvSpPr>
        <p:spPr bwMode="auto">
          <a:xfrm>
            <a:off x="566928" y="1527048"/>
            <a:ext cx="5349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000000"/>
                </a:solidFill>
              </a:rPr>
              <a:t>  Act I — </a:t>
            </a:r>
            <a:r>
              <a:rPr lang="en-US" sz="1500" b="1">
                <a:solidFill>
                  <a:srgbClr val="000000"/>
                </a:solidFill>
              </a:rPr>
              <a:t>Before We Design</a:t>
            </a:r>
            <a:endParaRPr sz="1500" b="1" i="0">
              <a:solidFill>
                <a:srgbClr val="000000"/>
              </a:solidFill>
            </a:endParaRPr>
          </a:p>
        </p:txBody>
      </p:sp>
      <p:sp>
        <p:nvSpPr>
          <p:cNvPr id="1396772231" name="Rectangle 8"/>
          <p:cNvSpPr/>
          <p:nvPr/>
        </p:nvSpPr>
        <p:spPr bwMode="auto">
          <a:xfrm>
            <a:off x="45720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2340266" name="Rectangle 9"/>
          <p:cNvSpPr/>
          <p:nvPr/>
        </p:nvSpPr>
        <p:spPr bwMode="auto">
          <a:xfrm>
            <a:off x="45720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9938172" name="TextBox 10"/>
          <p:cNvSpPr txBox="1"/>
          <p:nvPr/>
        </p:nvSpPr>
        <p:spPr bwMode="auto">
          <a:xfrm>
            <a:off x="566928" y="202996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1.   </a:t>
            </a:r>
            <a:r>
              <a:rPr lang="en-US" sz="1400">
                <a:solidFill>
                  <a:srgbClr val="FAF9F6"/>
                </a:solidFill>
              </a:rPr>
              <a:t>Reinventing Fire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1683663504" name="Rectangle 11"/>
          <p:cNvSpPr/>
          <p:nvPr/>
        </p:nvSpPr>
        <p:spPr bwMode="auto">
          <a:xfrm>
            <a:off x="45720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6104203" name="Rectangle 12"/>
          <p:cNvSpPr/>
          <p:nvPr/>
        </p:nvSpPr>
        <p:spPr bwMode="auto">
          <a:xfrm>
            <a:off x="45720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1975869" name="TextBox 13"/>
          <p:cNvSpPr txBox="1"/>
          <p:nvPr/>
        </p:nvSpPr>
        <p:spPr bwMode="auto">
          <a:xfrm>
            <a:off x="566928" y="253288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2.   </a:t>
            </a:r>
            <a:r>
              <a:rPr lang="en-US" sz="1400" b="0" i="0">
                <a:solidFill>
                  <a:srgbClr val="FAF9F6"/>
                </a:solidFill>
              </a:rPr>
              <a:t>Problem Statement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545295705" name="Rectangle 14"/>
          <p:cNvSpPr/>
          <p:nvPr/>
        </p:nvSpPr>
        <p:spPr bwMode="auto">
          <a:xfrm>
            <a:off x="45720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505134" name="Rectangle 15"/>
          <p:cNvSpPr/>
          <p:nvPr/>
        </p:nvSpPr>
        <p:spPr bwMode="auto">
          <a:xfrm>
            <a:off x="45720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1425051" name="TextBox 16"/>
          <p:cNvSpPr txBox="1"/>
          <p:nvPr/>
        </p:nvSpPr>
        <p:spPr bwMode="auto">
          <a:xfrm>
            <a:off x="566928" y="303580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3.   </a:t>
            </a:r>
            <a:r>
              <a:rPr lang="en-US" sz="1400" b="0" i="0">
                <a:solidFill>
                  <a:srgbClr val="FAF9F6"/>
                </a:solidFill>
              </a:rPr>
              <a:t>Objectives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180852848" name="Rectangle 17"/>
          <p:cNvSpPr/>
          <p:nvPr/>
        </p:nvSpPr>
        <p:spPr bwMode="auto">
          <a:xfrm>
            <a:off x="45720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7021017" name="Rectangle 18"/>
          <p:cNvSpPr/>
          <p:nvPr/>
        </p:nvSpPr>
        <p:spPr bwMode="auto">
          <a:xfrm>
            <a:off x="45720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896078" name="TextBox 19"/>
          <p:cNvSpPr txBox="1"/>
          <p:nvPr/>
        </p:nvSpPr>
        <p:spPr bwMode="auto">
          <a:xfrm>
            <a:off x="566928" y="353872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4.   </a:t>
            </a:r>
            <a:r>
              <a:rPr lang="en-US" sz="1400" b="0" i="0">
                <a:solidFill>
                  <a:srgbClr val="FAF9F6"/>
                </a:solidFill>
              </a:rPr>
              <a:t>Related Work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1399889256" name="Rectangle 20"/>
          <p:cNvSpPr/>
          <p:nvPr/>
        </p:nvSpPr>
        <p:spPr bwMode="auto">
          <a:xfrm>
            <a:off x="457200" y="397764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0294225" name="Rectangle 21"/>
          <p:cNvSpPr/>
          <p:nvPr/>
        </p:nvSpPr>
        <p:spPr bwMode="auto">
          <a:xfrm>
            <a:off x="457200" y="397764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9762624" name="TextBox 22"/>
          <p:cNvSpPr txBox="1"/>
          <p:nvPr/>
        </p:nvSpPr>
        <p:spPr bwMode="auto">
          <a:xfrm>
            <a:off x="566928" y="404164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5.   </a:t>
            </a:r>
            <a:r>
              <a:rPr lang="en-US" sz="1400" b="0" i="0">
                <a:solidFill>
                  <a:srgbClr val="FAF9F6"/>
                </a:solidFill>
              </a:rPr>
              <a:t>AI Model Analysis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1756856466" name="Rectangle 23"/>
          <p:cNvSpPr/>
          <p:nvPr/>
        </p:nvSpPr>
        <p:spPr bwMode="auto">
          <a:xfrm>
            <a:off x="644652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2815035" name="Rectangle 24"/>
          <p:cNvSpPr/>
          <p:nvPr/>
        </p:nvSpPr>
        <p:spPr bwMode="auto">
          <a:xfrm>
            <a:off x="644652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1244772" name="TextBox 25"/>
          <p:cNvSpPr txBox="1"/>
          <p:nvPr/>
        </p:nvSpPr>
        <p:spPr bwMode="auto">
          <a:xfrm>
            <a:off x="6556248" y="1527048"/>
            <a:ext cx="5349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000000"/>
                </a:solidFill>
              </a:rPr>
              <a:t>  Act II — </a:t>
            </a:r>
            <a:r>
              <a:rPr lang="en-US" sz="1500" b="1" i="0">
                <a:solidFill>
                  <a:srgbClr val="000000"/>
                </a:solidFill>
              </a:rPr>
              <a:t>Design and Results</a:t>
            </a:r>
            <a:endParaRPr sz="1500" b="1" i="0">
              <a:solidFill>
                <a:srgbClr val="000000"/>
              </a:solidFill>
            </a:endParaRPr>
          </a:p>
        </p:txBody>
      </p:sp>
      <p:sp>
        <p:nvSpPr>
          <p:cNvPr id="2117409977" name="Rectangle 26"/>
          <p:cNvSpPr/>
          <p:nvPr/>
        </p:nvSpPr>
        <p:spPr bwMode="auto">
          <a:xfrm>
            <a:off x="644652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247683" name="Rectangle 27"/>
          <p:cNvSpPr/>
          <p:nvPr/>
        </p:nvSpPr>
        <p:spPr bwMode="auto">
          <a:xfrm>
            <a:off x="644652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9138539" name="TextBox 28"/>
          <p:cNvSpPr txBox="1"/>
          <p:nvPr/>
        </p:nvSpPr>
        <p:spPr bwMode="auto">
          <a:xfrm>
            <a:off x="6556248" y="202996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6.   </a:t>
            </a:r>
            <a:r>
              <a:rPr lang="en-US" sz="1400" b="0" i="0">
                <a:solidFill>
                  <a:srgbClr val="FAF9F6"/>
                </a:solidFill>
              </a:rPr>
              <a:t>Design Mapping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2115460896" name="Rectangle 29"/>
          <p:cNvSpPr/>
          <p:nvPr/>
        </p:nvSpPr>
        <p:spPr bwMode="auto">
          <a:xfrm>
            <a:off x="644652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604233" name="Rectangle 30"/>
          <p:cNvSpPr/>
          <p:nvPr/>
        </p:nvSpPr>
        <p:spPr bwMode="auto">
          <a:xfrm>
            <a:off x="644652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0705752" name="TextBox 31"/>
          <p:cNvSpPr txBox="1"/>
          <p:nvPr/>
        </p:nvSpPr>
        <p:spPr bwMode="auto">
          <a:xfrm>
            <a:off x="6556248" y="2532888"/>
            <a:ext cx="534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7.   RTL </a:t>
            </a:r>
            <a:r>
              <a:rPr lang="en-US" sz="1400" b="0" i="0">
                <a:solidFill>
                  <a:srgbClr val="FAF9F6"/>
                </a:solidFill>
              </a:rPr>
              <a:t>Architecture</a:t>
            </a:r>
            <a:endParaRPr sz="1400" b="0" i="0">
              <a:solidFill>
                <a:srgbClr val="FAF9F6"/>
              </a:solidFill>
            </a:endParaRPr>
          </a:p>
        </p:txBody>
      </p:sp>
      <p:sp>
        <p:nvSpPr>
          <p:cNvPr id="1595525408" name="Rectangle 32"/>
          <p:cNvSpPr/>
          <p:nvPr/>
        </p:nvSpPr>
        <p:spPr bwMode="auto">
          <a:xfrm>
            <a:off x="644652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493722" name="Rectangle 33"/>
          <p:cNvSpPr/>
          <p:nvPr/>
        </p:nvSpPr>
        <p:spPr bwMode="auto">
          <a:xfrm>
            <a:off x="644652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930156" name="TextBox 34"/>
          <p:cNvSpPr txBox="1"/>
          <p:nvPr/>
        </p:nvSpPr>
        <p:spPr bwMode="auto">
          <a:xfrm>
            <a:off x="6556248" y="3035808"/>
            <a:ext cx="536687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8.   Implementation &amp; FPGA Prototyping</a:t>
            </a:r>
            <a:endParaRPr/>
          </a:p>
        </p:txBody>
      </p:sp>
      <p:sp>
        <p:nvSpPr>
          <p:cNvPr id="911337538" name="Rectangle 35"/>
          <p:cNvSpPr/>
          <p:nvPr/>
        </p:nvSpPr>
        <p:spPr bwMode="auto">
          <a:xfrm>
            <a:off x="644652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7678" name="Rectangle 36"/>
          <p:cNvSpPr/>
          <p:nvPr/>
        </p:nvSpPr>
        <p:spPr bwMode="auto">
          <a:xfrm>
            <a:off x="644652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0671470" name="TextBox 37"/>
          <p:cNvSpPr txBox="1"/>
          <p:nvPr/>
        </p:nvSpPr>
        <p:spPr bwMode="auto">
          <a:xfrm>
            <a:off x="6556248" y="3538728"/>
            <a:ext cx="5365798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rgbClr val="FAF9F6"/>
                </a:solidFill>
              </a:rPr>
              <a:t>  9.   </a:t>
            </a:r>
            <a:r>
              <a:rPr lang="en-US" sz="1400" b="0" i="0">
                <a:solidFill>
                  <a:srgbClr val="FAF9F6"/>
                </a:solidFill>
              </a:rPr>
              <a:t>Conclusion and Q&amp;A</a:t>
            </a:r>
            <a:endParaRPr sz="1400" b="0" i="0">
              <a:solidFill>
                <a:srgbClr val="FAF9F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368222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4869105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9581279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01</a:t>
            </a:r>
            <a:endParaRPr lang="en-US" sz="13000"/>
          </a:p>
        </p:txBody>
      </p:sp>
      <p:sp>
        <p:nvSpPr>
          <p:cNvPr id="339326307" name="Text 3"/>
          <p:cNvSpPr/>
          <p:nvPr/>
        </p:nvSpPr>
        <p:spPr bwMode="auto">
          <a:xfrm>
            <a:off x="4685868" y="2086901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200">
                <a:solidFill>
                  <a:srgbClr val="FFFFFF"/>
                </a:solidFill>
              </a:rPr>
              <a:t>HISTORICAL CONTEXT</a:t>
            </a:r>
            <a:endParaRPr lang="en-US" sz="3600"/>
          </a:p>
        </p:txBody>
      </p:sp>
      <p:sp>
        <p:nvSpPr>
          <p:cNvPr id="768043778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From transistors to intelligence — the journey that made this project necessary</a:t>
            </a:r>
            <a:endParaRPr lang="en-US" sz="1600"/>
          </a:p>
        </p:txBody>
      </p:sp>
      <p:sp>
        <p:nvSpPr>
          <p:cNvPr id="1517039845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03627762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510783" name="Rectangle 1"/>
          <p:cNvSpPr/>
          <p:nvPr/>
        </p:nvSpPr>
        <p:spPr bwMode="auto">
          <a:xfrm>
            <a:off x="0" y="-17251"/>
            <a:ext cx="12192000" cy="2286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5873727" name="TextBox 2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368620534" name="TextBox 3"/>
          <p:cNvSpPr txBox="1"/>
          <p:nvPr/>
        </p:nvSpPr>
        <p:spPr bwMode="auto">
          <a:xfrm flipH="0" flipV="0">
            <a:off x="2307321" y="290525"/>
            <a:ext cx="7577357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VLSI + AI: </a:t>
            </a:r>
            <a:endParaRPr/>
          </a:p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60 Years of Convergence</a:t>
            </a:r>
            <a:endParaRPr/>
          </a:p>
        </p:txBody>
      </p:sp>
      <p:graphicFrame>
        <p:nvGraphicFramePr>
          <p:cNvPr id="1736231726" name="Diagram 4"/>
          <p:cNvGraphicFramePr>
            <a:graphicFrameLocks xmlns:a="http://schemas.openxmlformats.org/drawingml/2006/main"/>
          </p:cNvGraphicFramePr>
          <p:nvPr/>
        </p:nvGraphicFramePr>
        <p:xfrm rot="0">
          <a:off x="1262061" y="1933557"/>
          <a:ext cx="9667875" cy="1051570"/>
          <a:chOff x="0" y="0"/>
          <a:chExt cx="9667875" cy="1051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graphicFrame>
        <p:nvGraphicFramePr>
          <p:cNvPr id="2066343012" name="Diagram 5"/>
          <p:cNvGraphicFramePr>
            <a:graphicFrameLocks xmlns:a="http://schemas.openxmlformats.org/drawingml/2006/main"/>
          </p:cNvGraphicFramePr>
          <p:nvPr/>
        </p:nvGraphicFramePr>
        <p:xfrm rot="0">
          <a:off x="1433512" y="3891800"/>
          <a:ext cx="9324975" cy="1328569"/>
          <a:chOff x="0" y="0"/>
          <a:chExt cx="9324975" cy="1328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1" r:qs="rId12" r:cs="rId10"/>
          </a:graphicData>
        </a:graphic>
      </p:graphicFrame>
      <p:sp>
        <p:nvSpPr>
          <p:cNvPr id="45548339" name="Rectangle 6"/>
          <p:cNvSpPr/>
          <p:nvPr/>
        </p:nvSpPr>
        <p:spPr bwMode="auto">
          <a:xfrm>
            <a:off x="0" y="6754483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945475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18073996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7084024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02</a:t>
            </a:r>
            <a:endParaRPr lang="en-US" sz="13000"/>
          </a:p>
        </p:txBody>
      </p:sp>
      <p:sp>
        <p:nvSpPr>
          <p:cNvPr id="101548287" name="Text 3"/>
          <p:cNvSpPr/>
          <p:nvPr/>
        </p:nvSpPr>
        <p:spPr bwMode="auto">
          <a:xfrm>
            <a:off x="4685868" y="2086901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200">
                <a:solidFill>
                  <a:srgbClr val="FFFFFF"/>
                </a:solidFill>
              </a:rPr>
              <a:t>Problem Statement</a:t>
            </a:r>
            <a:endParaRPr lang="en-US" sz="3600"/>
          </a:p>
        </p:txBody>
      </p:sp>
      <p:sp>
        <p:nvSpPr>
          <p:cNvPr id="210084255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Why existing solutions fall short — and what we are solving</a:t>
            </a:r>
            <a:endParaRPr lang="en-US" sz="1600"/>
          </a:p>
        </p:txBody>
      </p:sp>
      <p:sp>
        <p:nvSpPr>
          <p:cNvPr id="1240333160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598363514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766435" name="Rectangle 1"/>
          <p:cNvSpPr/>
          <p:nvPr/>
        </p:nvSpPr>
        <p:spPr bwMode="auto">
          <a:xfrm>
            <a:off x="0" y="-17251"/>
            <a:ext cx="12192000" cy="2286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6725996" name="TextBox 2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277514036" name="Rectangle 3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3238641" name="TextBox 5"/>
          <p:cNvSpPr txBox="1"/>
          <p:nvPr/>
        </p:nvSpPr>
        <p:spPr bwMode="auto">
          <a:xfrm>
            <a:off x="2971081" y="290526"/>
            <a:ext cx="6249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Unfair Advantage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graphicFrame>
        <p:nvGraphicFramePr>
          <p:cNvPr id="2116235868" name="Diagram 7"/>
          <p:cNvGraphicFramePr>
            <a:graphicFrameLocks xmlns:a="http://schemas.openxmlformats.org/drawingml/2006/main"/>
          </p:cNvGraphicFramePr>
          <p:nvPr/>
        </p:nvGraphicFramePr>
        <p:xfrm rot="0">
          <a:off x="488830" y="1439576"/>
          <a:ext cx="11214340" cy="3795622"/>
          <a:chOff x="0" y="0"/>
          <a:chExt cx="11214340" cy="3795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218890177" name="TextBox 8"/>
          <p:cNvSpPr txBox="1"/>
          <p:nvPr/>
        </p:nvSpPr>
        <p:spPr bwMode="auto">
          <a:xfrm>
            <a:off x="1526877" y="1453634"/>
            <a:ext cx="7280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Design Philosophy: Few powerful cores, optimized for sequential/control-heavy logic.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Perf/Watt: Low for AI workloads.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Fully general-purpose.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Latency: Low for small ops, poor scaling for large parallel ops</a:t>
            </a:r>
            <a:endParaRPr/>
          </a:p>
        </p:txBody>
      </p:sp>
      <p:sp>
        <p:nvSpPr>
          <p:cNvPr id="1581527004" name="TextBox 9"/>
          <p:cNvSpPr txBox="1"/>
          <p:nvPr/>
        </p:nvSpPr>
        <p:spPr bwMode="auto">
          <a:xfrm>
            <a:off x="1526877" y="2716081"/>
            <a:ext cx="7280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Design Philosophy: Thousands of simple cores (SIMD/SIMT), optimized for parallel throughput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Perf/Watt: Moderate-high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it-IT" sz="1200"/>
              <a:t>General parallel compute (graphics, AI, HPC, crypto)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Latency: Higher per-op latency, but excellent batched throughput</a:t>
            </a:r>
            <a:endParaRPr/>
          </a:p>
        </p:txBody>
      </p:sp>
      <p:sp>
        <p:nvSpPr>
          <p:cNvPr id="1651545232" name="TextBox 10"/>
          <p:cNvSpPr txBox="1"/>
          <p:nvPr/>
        </p:nvSpPr>
        <p:spPr bwMode="auto">
          <a:xfrm>
            <a:off x="1526877" y="3891221"/>
            <a:ext cx="7280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Design Philosophy: Fixed or reconfigurable data path built specifically for tensor/matrix ops.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Perf/Watt: Highest — this is the core value proposition.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Narrow — tuned to specific model/op types</a:t>
            </a:r>
            <a:endParaRPr/>
          </a:p>
          <a:p>
            <a:pPr marL="171450" indent="-171450">
              <a:buFont typeface="Wingdings"/>
              <a:buChar char="q"/>
              <a:defRPr/>
            </a:pPr>
            <a:r>
              <a:rPr lang="en-US" sz="1200"/>
              <a:t>Latency: Very low, deterministic (critical for real-time/edge — e.g., FPGA inference)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8210651" name="Picture 20" descr="A diagram of a diagram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4092" y="1300494"/>
            <a:ext cx="5761908" cy="39797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10578779" name="Rectangle 1"/>
          <p:cNvSpPr/>
          <p:nvPr/>
        </p:nvSpPr>
        <p:spPr bwMode="auto">
          <a:xfrm>
            <a:off x="0" y="-17251"/>
            <a:ext cx="12192000" cy="2286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64850516" name="TextBox 2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217496442" name="Rectangle 3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5535808" name="TextBox 5"/>
          <p:cNvSpPr txBox="1"/>
          <p:nvPr/>
        </p:nvSpPr>
        <p:spPr bwMode="auto">
          <a:xfrm>
            <a:off x="2971081" y="290526"/>
            <a:ext cx="6249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Unfair Advantage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pic>
        <p:nvPicPr>
          <p:cNvPr id="1926394126" name="Picture 2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36390" y="2095981"/>
            <a:ext cx="5321518" cy="218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466906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24521264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7681807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79480692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670364921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Why Cloud AI Fails at the Edge?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graphicFrame>
        <p:nvGraphicFramePr>
          <p:cNvPr id="1954247868" name="Diagram 12"/>
          <p:cNvGraphicFramePr>
            <a:graphicFrameLocks xmlns:a="http://schemas.openxmlformats.org/drawingml/2006/main"/>
          </p:cNvGraphicFramePr>
          <p:nvPr/>
        </p:nvGraphicFramePr>
        <p:xfrm rot="0">
          <a:off x="285750" y="1946256"/>
          <a:ext cx="10648950" cy="2010807"/>
          <a:chOff x="0" y="0"/>
          <a:chExt cx="10648950" cy="2010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21555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6163073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242197112" name="TextBox 6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The Challenge</a:t>
            </a:r>
            <a:endParaRPr/>
          </a:p>
        </p:txBody>
      </p:sp>
      <p:graphicFrame>
        <p:nvGraphicFramePr>
          <p:cNvPr id="1935954480" name="Diagram 9"/>
          <p:cNvGraphicFramePr>
            <a:graphicFrameLocks xmlns:a="http://schemas.openxmlformats.org/drawingml/2006/main"/>
          </p:cNvGraphicFramePr>
          <p:nvPr/>
        </p:nvGraphicFramePr>
        <p:xfrm rot="0">
          <a:off x="1047750" y="1228725"/>
          <a:ext cx="10077450" cy="4400550"/>
          <a:chOff x="0" y="0"/>
          <a:chExt cx="10077450" cy="440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1579311580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926690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11935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790966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9100887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03</a:t>
            </a:r>
            <a:endParaRPr lang="en-US" sz="13000"/>
          </a:p>
        </p:txBody>
      </p:sp>
      <p:sp>
        <p:nvSpPr>
          <p:cNvPr id="816636786" name="Text 3"/>
          <p:cNvSpPr/>
          <p:nvPr/>
        </p:nvSpPr>
        <p:spPr bwMode="auto">
          <a:xfrm>
            <a:off x="4685868" y="2086901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200">
                <a:solidFill>
                  <a:srgbClr val="FFFFFF"/>
                </a:solidFill>
              </a:rPr>
              <a:t>Solution Objectives</a:t>
            </a:r>
            <a:endParaRPr lang="en-US" sz="3600"/>
          </a:p>
        </p:txBody>
      </p:sp>
      <p:sp>
        <p:nvSpPr>
          <p:cNvPr id="1546937273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What we set out to prove — and how we will measure success</a:t>
            </a:r>
            <a:endParaRPr lang="en-US" sz="1600"/>
          </a:p>
        </p:txBody>
      </p:sp>
      <p:sp>
        <p:nvSpPr>
          <p:cNvPr id="1772672097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187865499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83982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6090278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0007954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837024120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352676145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Our Approach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graphicFrame>
        <p:nvGraphicFramePr>
          <p:cNvPr id="412180696" name="Diagram 13"/>
          <p:cNvGraphicFramePr>
            <a:graphicFrameLocks xmlns:a="http://schemas.openxmlformats.org/drawingml/2006/main"/>
          </p:cNvGraphicFramePr>
          <p:nvPr/>
        </p:nvGraphicFramePr>
        <p:xfrm rot="0">
          <a:off x="895350" y="1228725"/>
          <a:ext cx="10467975" cy="3314980"/>
          <a:chOff x="0" y="0"/>
          <a:chExt cx="10467975" cy="3314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9607322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40735" y="1506005"/>
            <a:ext cx="6850586" cy="4760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70060637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1728374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4080009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2061655436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843510764" name="TextBox 11"/>
          <p:cNvSpPr txBox="1"/>
          <p:nvPr/>
        </p:nvSpPr>
        <p:spPr bwMode="auto">
          <a:xfrm flipH="0" flipV="0">
            <a:off x="1511733" y="290593"/>
            <a:ext cx="9168532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bg1"/>
                </a:solidFill>
                <a:latin typeface="Segoe UI"/>
              </a:rPr>
              <a:t>Design a custom RTL accelerator for ShuffleNet V2</a:t>
            </a:r>
            <a:endParaRPr lang="en-US" sz="3600" b="1" i="0">
              <a:solidFill>
                <a:schemeClr val="bg1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106943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83657185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06014782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61786258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52855002" name="TextBox 9"/>
          <p:cNvSpPr txBox="1"/>
          <p:nvPr/>
        </p:nvSpPr>
        <p:spPr bwMode="auto">
          <a:xfrm>
            <a:off x="2589056" y="290594"/>
            <a:ext cx="6753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latin typeface="Segoe UI"/>
              </a:rPr>
              <a:t>Design a custom RTL accelerator for ShuffleNet V2</a:t>
            </a:r>
            <a:endParaRPr lang="en-US" sz="3600" b="1" i="0">
              <a:latin typeface="Segoe UI"/>
            </a:endParaRPr>
          </a:p>
        </p:txBody>
      </p:sp>
      <p:pic>
        <p:nvPicPr>
          <p:cNvPr id="1507636471" name="Picture 11" descr="A close-up of a circuit board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38857" y="1748268"/>
            <a:ext cx="7314286" cy="3466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462008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4557845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476576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582805322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2086716275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latin typeface="Segoe UI"/>
              </a:rPr>
              <a:t>Target Hardware Metrics</a:t>
            </a:r>
            <a:endParaRPr lang="en-US" sz="3600" b="1" i="0">
              <a:latin typeface="Segoe UI"/>
            </a:endParaRPr>
          </a:p>
        </p:txBody>
      </p:sp>
      <p:pic>
        <p:nvPicPr>
          <p:cNvPr id="353798685" name="Picture 11" descr="A computer chip with text above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5779" y="1108707"/>
            <a:ext cx="8600439" cy="42750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288918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51853" y="1495164"/>
            <a:ext cx="6888288" cy="50047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84911851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87360847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3285117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52634174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909408134" name="TextBox 6"/>
          <p:cNvSpPr txBox="1"/>
          <p:nvPr/>
        </p:nvSpPr>
        <p:spPr bwMode="auto">
          <a:xfrm>
            <a:off x="2433277" y="394608"/>
            <a:ext cx="732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bg1"/>
                </a:solidFill>
                <a:latin typeface="Segoe UI"/>
              </a:rPr>
              <a:t>RTL VS HLS:</a:t>
            </a:r>
            <a:endParaRPr/>
          </a:p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Before the Battle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539903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76157996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05947043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723603437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741471054" name="TextBox 6"/>
          <p:cNvSpPr txBox="1"/>
          <p:nvPr/>
        </p:nvSpPr>
        <p:spPr bwMode="auto">
          <a:xfrm>
            <a:off x="2433277" y="394608"/>
            <a:ext cx="732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RTL VS HLS:</a:t>
            </a:r>
            <a:endParaRPr/>
          </a:p>
          <a:p>
            <a:pPr algn="ctr">
              <a:defRPr/>
            </a:pPr>
            <a:r>
              <a:rPr lang="en-US" sz="3600" b="1">
                <a:solidFill>
                  <a:schemeClr val="bg1"/>
                </a:solidFill>
                <a:latin typeface="Segoe UI"/>
              </a:rPr>
              <a:t>Before the Battle</a:t>
            </a:r>
            <a:endParaRPr lang="en-US" sz="3600" b="1" i="0">
              <a:solidFill>
                <a:schemeClr val="bg1"/>
              </a:solidFill>
              <a:latin typeface="Segoe UI"/>
            </a:endParaRPr>
          </a:p>
        </p:txBody>
      </p:sp>
      <p:graphicFrame>
        <p:nvGraphicFramePr>
          <p:cNvPr id="827194937" name="Diagram 11"/>
          <p:cNvGraphicFramePr>
            <a:graphicFrameLocks xmlns:a="http://schemas.openxmlformats.org/drawingml/2006/main"/>
          </p:cNvGraphicFramePr>
          <p:nvPr/>
        </p:nvGraphicFramePr>
        <p:xfrm rot="0">
          <a:off x="566735" y="664548"/>
          <a:ext cx="10939465" cy="6007105"/>
          <a:chOff x="0" y="0"/>
          <a:chExt cx="10939465" cy="6007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774716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6296587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0407675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268863946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336128046" name="TextBox 6"/>
          <p:cNvSpPr txBox="1"/>
          <p:nvPr/>
        </p:nvSpPr>
        <p:spPr bwMode="auto">
          <a:xfrm>
            <a:off x="2433277" y="394608"/>
            <a:ext cx="732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RTL VS HLS:</a:t>
            </a:r>
            <a:endParaRPr/>
          </a:p>
          <a:p>
            <a:pPr algn="ctr">
              <a:defRPr/>
            </a:pPr>
            <a:r>
              <a:rPr lang="en-US" sz="3600" b="1">
                <a:solidFill>
                  <a:schemeClr val="bg1"/>
                </a:solidFill>
                <a:latin typeface="Segoe UI"/>
              </a:rPr>
              <a:t>Before the Battle</a:t>
            </a:r>
            <a:endParaRPr lang="en-US" sz="3600" b="1" i="0">
              <a:solidFill>
                <a:schemeClr val="bg1"/>
              </a:solidFill>
              <a:latin typeface="Segoe UI"/>
            </a:endParaRPr>
          </a:p>
        </p:txBody>
      </p:sp>
      <p:graphicFrame>
        <p:nvGraphicFramePr>
          <p:cNvPr id="1642330865" name="Diagram 18"/>
          <p:cNvGraphicFramePr>
            <a:graphicFrameLocks xmlns:a="http://schemas.openxmlformats.org/drawingml/2006/main"/>
          </p:cNvGraphicFramePr>
          <p:nvPr/>
        </p:nvGraphicFramePr>
        <p:xfrm rot="0">
          <a:off x="1314449" y="1594937"/>
          <a:ext cx="10239375" cy="4445350"/>
          <a:chOff x="0" y="0"/>
          <a:chExt cx="10239375" cy="444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527523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14473758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5181392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</a:t>
            </a:r>
            <a:r>
              <a:rPr lang="ar-EG" sz="13000" b="1">
                <a:solidFill>
                  <a:srgbClr val="48A9C9">
                    <a:alpha val="25000"/>
                  </a:srgbClr>
                </a:solidFill>
              </a:rPr>
              <a:t>4</a:t>
            </a:r>
            <a:endParaRPr lang="en-US" sz="13000"/>
          </a:p>
        </p:txBody>
      </p:sp>
      <p:sp>
        <p:nvSpPr>
          <p:cNvPr id="431527083" name="Text 3"/>
          <p:cNvSpPr/>
          <p:nvPr/>
        </p:nvSpPr>
        <p:spPr bwMode="auto">
          <a:xfrm>
            <a:off x="4685868" y="2086901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200">
                <a:solidFill>
                  <a:srgbClr val="FFFFFF"/>
                </a:solidFill>
              </a:rPr>
              <a:t>Related Work</a:t>
            </a:r>
            <a:endParaRPr lang="en-US" sz="3600"/>
          </a:p>
        </p:txBody>
      </p:sp>
      <p:sp>
        <p:nvSpPr>
          <p:cNvPr id="1689379207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What others have built — and where the gaps remain</a:t>
            </a:r>
            <a:endParaRPr lang="en-US" sz="1600"/>
          </a:p>
        </p:txBody>
      </p:sp>
      <p:sp>
        <p:nvSpPr>
          <p:cNvPr id="741296943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563202247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2598944" name="Picture 2" descr="The form of data reuse in CNN. | Download Scientific Diagram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107600" y="1757213"/>
            <a:ext cx="7976799" cy="40814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66661305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3890051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23185306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02054363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2109681378" name="TextBox 9"/>
          <p:cNvSpPr txBox="1"/>
          <p:nvPr/>
        </p:nvSpPr>
        <p:spPr bwMode="auto">
          <a:xfrm>
            <a:off x="2433277" y="394608"/>
            <a:ext cx="732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Common FPGA CNN Acceleration Techniques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345651" name="Rectangle 2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4144501" name="Rectangle 3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669724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889397081" name="TextBox 6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735151930" name="TextBox 7"/>
          <p:cNvSpPr txBox="1"/>
          <p:nvPr/>
        </p:nvSpPr>
        <p:spPr bwMode="auto">
          <a:xfrm flipH="0" flipV="0">
            <a:off x="1972935" y="394607"/>
            <a:ext cx="8246129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Architectural Tradeoffs in FPGA CNN Accelerator Design</a:t>
            </a:r>
            <a:endParaRPr/>
          </a:p>
        </p:txBody>
      </p:sp>
      <p:graphicFrame>
        <p:nvGraphicFramePr>
          <p:cNvPr id="708988567" name="Diagram 9"/>
          <p:cNvGraphicFramePr>
            <a:graphicFrameLocks xmlns:a="http://schemas.openxmlformats.org/drawingml/2006/main"/>
          </p:cNvGraphicFramePr>
          <p:nvPr/>
        </p:nvGraphicFramePr>
        <p:xfrm rot="0">
          <a:off x="1802425" y="1472657"/>
          <a:ext cx="8587147" cy="3962400"/>
          <a:chOff x="0" y="0"/>
          <a:chExt cx="8587147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8232685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553" y="1226825"/>
            <a:ext cx="5648446" cy="5184190"/>
          </a:xfrm>
          <a:prstGeom prst="rect">
            <a:avLst/>
          </a:prstGeom>
        </p:spPr>
      </p:pic>
      <p:sp>
        <p:nvSpPr>
          <p:cNvPr id="1844590175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2127963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97419262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376512795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461489568" name="TextBox 11"/>
          <p:cNvSpPr txBox="1"/>
          <p:nvPr/>
        </p:nvSpPr>
        <p:spPr bwMode="auto">
          <a:xfrm flipH="0" flipV="0">
            <a:off x="1984841" y="394607"/>
            <a:ext cx="8222316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Why lightweight CNN models?</a:t>
            </a:r>
            <a:endParaRPr/>
          </a:p>
        </p:txBody>
      </p:sp>
      <p:sp>
        <p:nvSpPr>
          <p:cNvPr id="930390539" name="TextBox 13"/>
          <p:cNvSpPr txBox="1"/>
          <p:nvPr/>
        </p:nvSpPr>
        <p:spPr bwMode="auto">
          <a:xfrm>
            <a:off x="6934199" y="1970838"/>
            <a:ext cx="47910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338FAF"/>
                </a:solidFill>
              </a:rPr>
              <a:t>Traditional CNNs require extensive computation and high memory usage. Mobile devices demand energy-efficient inference. </a:t>
            </a:r>
            <a:endParaRPr/>
          </a:p>
          <a:p>
            <a:pPr>
              <a:defRPr/>
            </a:pPr>
            <a:endParaRPr lang="en-US">
              <a:solidFill>
                <a:srgbClr val="50FA1E"/>
              </a:solidFill>
            </a:endParaRPr>
          </a:p>
          <a:p>
            <a:pPr>
              <a:defRPr/>
            </a:pPr>
            <a:r>
              <a:rPr lang="en-US">
                <a:solidFill>
                  <a:srgbClr val="50FA1E"/>
                </a:solidFill>
              </a:rPr>
              <a:t>Lightweight CNNs reduce computation significantly and maintain competitive accuracy with fewer resources.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301910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18620341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1382705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809578039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860907293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ShuffleNet V2</a:t>
            </a:r>
            <a:endParaRPr/>
          </a:p>
        </p:txBody>
      </p:sp>
      <p:graphicFrame>
        <p:nvGraphicFramePr>
          <p:cNvPr id="1266349304" name="Diagram 11"/>
          <p:cNvGraphicFramePr>
            <a:graphicFrameLocks xmlns:a="http://schemas.openxmlformats.org/drawingml/2006/main"/>
          </p:cNvGraphicFramePr>
          <p:nvPr/>
        </p:nvGraphicFramePr>
        <p:xfrm rot="0">
          <a:off x="885825" y="783405"/>
          <a:ext cx="9848850" cy="3256572"/>
          <a:chOff x="0" y="0"/>
          <a:chExt cx="9848850" cy="3256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200231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97692139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42721055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6543374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115964816" name="TextBox 6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Research Gap Analysis</a:t>
            </a:r>
            <a:endParaRPr/>
          </a:p>
        </p:txBody>
      </p:sp>
      <p:graphicFrame>
        <p:nvGraphicFramePr>
          <p:cNvPr id="114199731" name="Diagram 13"/>
          <p:cNvGraphicFramePr>
            <a:graphicFrameLocks xmlns:a="http://schemas.openxmlformats.org/drawingml/2006/main"/>
          </p:cNvGraphicFramePr>
          <p:nvPr/>
        </p:nvGraphicFramePr>
        <p:xfrm rot="0">
          <a:off x="-3787243" y="1478669"/>
          <a:ext cx="12426418" cy="1526225"/>
          <a:chOff x="0" y="0"/>
          <a:chExt cx="12426418" cy="1526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graphicFrame>
        <p:nvGraphicFramePr>
          <p:cNvPr id="1470882604" name="Diagram 14"/>
          <p:cNvGraphicFramePr>
            <a:graphicFrameLocks xmlns:a="http://schemas.openxmlformats.org/drawingml/2006/main"/>
          </p:cNvGraphicFramePr>
          <p:nvPr/>
        </p:nvGraphicFramePr>
        <p:xfrm rot="0">
          <a:off x="2800351" y="1587153"/>
          <a:ext cx="13200264" cy="1525828"/>
          <a:chOff x="0" y="0"/>
          <a:chExt cx="13200264" cy="1525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1" r:qs="rId12" r:cs="rId10"/>
          </a:graphicData>
        </a:graphic>
      </p:graphicFrame>
      <p:graphicFrame>
        <p:nvGraphicFramePr>
          <p:cNvPr id="1626918202" name="Diagram 15"/>
          <p:cNvGraphicFramePr>
            <a:graphicFrameLocks xmlns:a="http://schemas.openxmlformats.org/drawingml/2006/main"/>
          </p:cNvGraphicFramePr>
          <p:nvPr/>
        </p:nvGraphicFramePr>
        <p:xfrm rot="0">
          <a:off x="-4234194" y="3659195"/>
          <a:ext cx="13003011" cy="1504307"/>
          <a:chOff x="0" y="0"/>
          <a:chExt cx="13003011" cy="1504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6" r:qs="rId17" r:cs="rId15"/>
          </a:graphicData>
        </a:graphic>
      </p:graphicFrame>
      <p:graphicFrame>
        <p:nvGraphicFramePr>
          <p:cNvPr id="1211300914" name="Diagram 16"/>
          <p:cNvGraphicFramePr>
            <a:graphicFrameLocks xmlns:a="http://schemas.openxmlformats.org/drawingml/2006/main"/>
          </p:cNvGraphicFramePr>
          <p:nvPr/>
        </p:nvGraphicFramePr>
        <p:xfrm rot="0">
          <a:off x="3304483" y="3699093"/>
          <a:ext cx="12191999" cy="1504307"/>
          <a:chOff x="0" y="0"/>
          <a:chExt cx="12191999" cy="1504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1" r:qs="rId22" r:cs="rId20"/>
          </a:graphicData>
        </a:graphic>
      </p:graphicFrame>
      <p:sp>
        <p:nvSpPr>
          <p:cNvPr id="87828582" name="TextBox 17"/>
          <p:cNvSpPr txBox="1"/>
          <p:nvPr/>
        </p:nvSpPr>
        <p:spPr bwMode="auto">
          <a:xfrm>
            <a:off x="3714750" y="3179749"/>
            <a:ext cx="558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</a:rPr>
              <a:t>“Most research evaluates only one methodology”</a:t>
            </a:r>
            <a:endParaRPr/>
          </a:p>
        </p:txBody>
      </p:sp>
      <p:sp>
        <p:nvSpPr>
          <p:cNvPr id="796999133" name="TextBox 18"/>
          <p:cNvSpPr txBox="1"/>
          <p:nvPr/>
        </p:nvSpPr>
        <p:spPr bwMode="auto">
          <a:xfrm>
            <a:off x="3796768" y="4984080"/>
            <a:ext cx="487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>
                <a:solidFill>
                  <a:srgbClr val="50FA1E"/>
                </a:solidFill>
              </a:rPr>
              <a:t>This project closes all four gaps simultaneously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900002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652110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9288072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30643841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277790309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Prior Work VS </a:t>
            </a:r>
            <a:r>
              <a:rPr lang="en-US" sz="3600" b="1">
                <a:solidFill>
                  <a:schemeClr val="bg1"/>
                </a:solidFill>
                <a:latin typeface="Segoe UI"/>
              </a:rPr>
              <a:t>O</a:t>
            </a:r>
            <a:r>
              <a:rPr lang="en-US" sz="3600" b="1" i="0">
                <a:solidFill>
                  <a:schemeClr val="bg1"/>
                </a:solidFill>
                <a:latin typeface="Segoe UI"/>
              </a:rPr>
              <a:t>ur </a:t>
            </a:r>
            <a:r>
              <a:rPr lang="en-US" sz="3600" b="1">
                <a:solidFill>
                  <a:schemeClr val="bg1"/>
                </a:solidFill>
                <a:latin typeface="Segoe UI"/>
              </a:rPr>
              <a:t>C</a:t>
            </a:r>
            <a:r>
              <a:rPr lang="en-US" sz="3600" b="1" i="0">
                <a:solidFill>
                  <a:schemeClr val="bg1"/>
                </a:solidFill>
                <a:latin typeface="Segoe UI"/>
              </a:rPr>
              <a:t>ontribution</a:t>
            </a:r>
            <a:endParaRPr/>
          </a:p>
        </p:txBody>
      </p:sp>
      <p:graphicFrame>
        <p:nvGraphicFramePr>
          <p:cNvPr id="1735864237" name="Table 11"/>
          <p:cNvGraphicFramePr>
            <a:graphicFrameLocks xmlns:a="http://schemas.openxmlformats.org/drawingml/2006/main" noGrp="1"/>
          </p:cNvGraphicFramePr>
          <p:nvPr/>
        </p:nvGraphicFramePr>
        <p:xfrm rot="0">
          <a:off x="944765" y="1691863"/>
          <a:ext cx="10042525" cy="371305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08505"/>
                <a:gridCol w="2008505"/>
                <a:gridCol w="2008505"/>
                <a:gridCol w="2008505"/>
                <a:gridCol w="2008505"/>
              </a:tblGrid>
              <a:tr h="597606">
                <a:tc>
                  <a:txBody>
                    <a:bodyPr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MobileNet</a:t>
                      </a:r>
                      <a:r>
                        <a:rPr lang="en-US"/>
                        <a:t> FPGA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HLS Only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ShuffleNet Prior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Our Work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  <a:tr h="59760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MobileNet</a:t>
                      </a:r>
                      <a:r>
                        <a:rPr lang="en-US"/>
                        <a:t> V2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Various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ShuffleNet V1 &amp; V2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ShuffleNet V2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  <a:tr h="59760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Methodology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RTL or HLS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HLS Only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HLS Only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RTL + HLS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  <a:tr h="59760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Channel Shuffle HW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N/A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Partial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Omitted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Full RTL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  <a:tr h="59760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DW Conv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Optimized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Partial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Tool-Managed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Limited Hand-Optimized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  <a:tr h="597606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Dynamic Quantization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Static Only</a:t>
                      </a:r>
                      <a:endParaRPr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Static Only</a:t>
                      </a:r>
                      <a:endParaRPr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Limited</a:t>
                      </a:r>
                      <a:endParaRPr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Per-Layer Dynamic</a:t>
                      </a:r>
                      <a:endParaRPr/>
                    </a:p>
                  </a:txBody>
                  <a:tcPr>
                    <a:solidFill>
                      <a:srgbClr val="338F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883577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0527902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8163608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05</a:t>
            </a:r>
            <a:endParaRPr lang="en-US" sz="13000"/>
          </a:p>
        </p:txBody>
      </p:sp>
      <p:sp>
        <p:nvSpPr>
          <p:cNvPr id="1175343682" name="Text 3"/>
          <p:cNvSpPr/>
          <p:nvPr/>
        </p:nvSpPr>
        <p:spPr bwMode="auto">
          <a:xfrm>
            <a:off x="4685868" y="2086901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200">
                <a:solidFill>
                  <a:srgbClr val="FFFFFF"/>
                </a:solidFill>
              </a:rPr>
              <a:t>AI Model Analysis</a:t>
            </a:r>
            <a:endParaRPr lang="en-US" sz="3600"/>
          </a:p>
        </p:txBody>
      </p:sp>
      <p:sp>
        <p:nvSpPr>
          <p:cNvPr id="282287772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Understanding the neural network before building the hardware</a:t>
            </a:r>
            <a:endParaRPr lang="en-US" sz="1600"/>
          </a:p>
        </p:txBody>
      </p:sp>
      <p:sp>
        <p:nvSpPr>
          <p:cNvPr id="936313968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742904842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631328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6741915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04771365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797872492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503325421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ShuffleNet V2 Architecture</a:t>
            </a:r>
            <a:endParaRPr/>
          </a:p>
        </p:txBody>
      </p:sp>
      <p:pic>
        <p:nvPicPr>
          <p:cNvPr id="627341663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3413" y="1646264"/>
            <a:ext cx="10345172" cy="38872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93219" name="Rectangle 8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10216000" name="Rectangle 9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4285944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87046908" name="TextBox 12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625542187" name="TextBox 13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ShuffleNet V2 building block</a:t>
            </a:r>
            <a:endParaRPr/>
          </a:p>
        </p:txBody>
      </p:sp>
      <p:pic>
        <p:nvPicPr>
          <p:cNvPr id="1194861174" name="Picture 1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375562" y="1040939"/>
            <a:ext cx="5440874" cy="55519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482898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00305077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3992510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201799786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853078957" name="TextBox 6"/>
          <p:cNvSpPr txBox="1"/>
          <p:nvPr/>
        </p:nvSpPr>
        <p:spPr bwMode="auto">
          <a:xfrm>
            <a:off x="2433277" y="394608"/>
            <a:ext cx="7325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ShuffleNet V2 computational structure </a:t>
            </a:r>
            <a:endParaRPr/>
          </a:p>
        </p:txBody>
      </p:sp>
      <p:pic>
        <p:nvPicPr>
          <p:cNvPr id="1281687509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68926" y="1714033"/>
            <a:ext cx="8994204" cy="4631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974771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4232030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84608001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334217439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293733937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Software model development</a:t>
            </a:r>
            <a:endParaRPr/>
          </a:p>
        </p:txBody>
      </p:sp>
      <p:graphicFrame>
        <p:nvGraphicFramePr>
          <p:cNvPr id="14373009" name="Diagram 11"/>
          <p:cNvGraphicFramePr>
            <a:graphicFrameLocks xmlns:a="http://schemas.openxmlformats.org/drawingml/2006/main"/>
          </p:cNvGraphicFramePr>
          <p:nvPr/>
        </p:nvGraphicFramePr>
        <p:xfrm rot="0">
          <a:off x="619124" y="2044548"/>
          <a:ext cx="10953750" cy="2558173"/>
          <a:chOff x="0" y="0"/>
          <a:chExt cx="10953750" cy="2558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37149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7280372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3244084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299970339" name="TextBox 8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205726899" name="TextBox 9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Batch Normalization Folding</a:t>
            </a:r>
            <a:endParaRPr/>
          </a:p>
        </p:txBody>
      </p:sp>
      <p:pic>
        <p:nvPicPr>
          <p:cNvPr id="189240679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1326" y="1411512"/>
            <a:ext cx="3361925" cy="3235710"/>
          </a:xfrm>
          <a:prstGeom prst="rect">
            <a:avLst/>
          </a:prstGeom>
        </p:spPr>
      </p:pic>
      <p:pic>
        <p:nvPicPr>
          <p:cNvPr id="422466696" name="Picture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58750" y="1411512"/>
            <a:ext cx="3181329" cy="3235711"/>
          </a:xfrm>
          <a:prstGeom prst="rect">
            <a:avLst/>
          </a:prstGeom>
        </p:spPr>
      </p:pic>
      <p:sp>
        <p:nvSpPr>
          <p:cNvPr id="993950872" name="TextBox 14"/>
          <p:cNvSpPr txBox="1"/>
          <p:nvPr/>
        </p:nvSpPr>
        <p:spPr bwMode="auto">
          <a:xfrm>
            <a:off x="2266950" y="48209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50FA1E"/>
                </a:solidFill>
              </a:rPr>
              <a:t>Before</a:t>
            </a:r>
            <a:endParaRPr/>
          </a:p>
        </p:txBody>
      </p:sp>
      <p:sp>
        <p:nvSpPr>
          <p:cNvPr id="1197854892" name="TextBox 15"/>
          <p:cNvSpPr txBox="1"/>
          <p:nvPr/>
        </p:nvSpPr>
        <p:spPr bwMode="auto">
          <a:xfrm>
            <a:off x="9158647" y="48209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solidFill>
                  <a:srgbClr val="50FA1E"/>
                </a:solidFill>
              </a:rPr>
              <a:t>After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33111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95160059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70018049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672768058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38265496" name="TextBox 6"/>
          <p:cNvSpPr txBox="1"/>
          <p:nvPr/>
        </p:nvSpPr>
        <p:spPr bwMode="auto">
          <a:xfrm>
            <a:off x="2433277" y="394608"/>
            <a:ext cx="7325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Why quantization?</a:t>
            </a:r>
            <a:endParaRPr/>
          </a:p>
        </p:txBody>
      </p:sp>
      <p:graphicFrame>
        <p:nvGraphicFramePr>
          <p:cNvPr id="396238797" name="Diagram 12"/>
          <p:cNvGraphicFramePr>
            <a:graphicFrameLocks xmlns:a="http://schemas.openxmlformats.org/drawingml/2006/main"/>
          </p:cNvGraphicFramePr>
          <p:nvPr/>
        </p:nvGraphicFramePr>
        <p:xfrm rot="0">
          <a:off x="1295400" y="1447066"/>
          <a:ext cx="9601200" cy="3622863"/>
          <a:chOff x="0" y="0"/>
          <a:chExt cx="9601200" cy="3622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516646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75763498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26082854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183483736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512149662" name="TextBox 6"/>
          <p:cNvSpPr txBox="1"/>
          <p:nvPr/>
        </p:nvSpPr>
        <p:spPr bwMode="auto">
          <a:xfrm>
            <a:off x="2278676" y="404667"/>
            <a:ext cx="76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Dynamic fixed-point Quantization </a:t>
            </a:r>
            <a:endParaRPr/>
          </a:p>
        </p:txBody>
      </p:sp>
      <p:pic>
        <p:nvPicPr>
          <p:cNvPr id="1069844433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46595" y="1725825"/>
            <a:ext cx="9438866" cy="385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27327" name="Rectangle 1"/>
          <p:cNvSpPr/>
          <p:nvPr/>
        </p:nvSpPr>
        <p:spPr bwMode="auto">
          <a:xfrm>
            <a:off x="0" y="0"/>
            <a:ext cx="12192000" cy="2087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3100074" name="Rectangle 2"/>
          <p:cNvSpPr/>
          <p:nvPr/>
        </p:nvSpPr>
        <p:spPr bwMode="auto">
          <a:xfrm>
            <a:off x="0" y="6754482"/>
            <a:ext cx="12192000" cy="103517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44746342" name="Shape 5"/>
          <p:cNvSpPr/>
          <p:nvPr/>
        </p:nvSpPr>
        <p:spPr bwMode="auto">
          <a:xfrm>
            <a:off x="4685868" y="4647221"/>
            <a:ext cx="1280160" cy="347472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61691671" name="TextBox 5"/>
          <p:cNvSpPr txBox="1"/>
          <p:nvPr/>
        </p:nvSpPr>
        <p:spPr bwMode="auto">
          <a:xfrm>
            <a:off x="4171950" y="-32265"/>
            <a:ext cx="384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1</a:t>
            </a:r>
            <a:endParaRPr/>
          </a:p>
        </p:txBody>
      </p:sp>
      <p:sp>
        <p:nvSpPr>
          <p:cNvPr id="1059976296" name="TextBox 6"/>
          <p:cNvSpPr txBox="1"/>
          <p:nvPr/>
        </p:nvSpPr>
        <p:spPr bwMode="auto">
          <a:xfrm>
            <a:off x="2278676" y="404667"/>
            <a:ext cx="76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chemeClr val="bg1"/>
                </a:solidFill>
                <a:latin typeface="Segoe UI"/>
              </a:rPr>
              <a:t>Benefits</a:t>
            </a:r>
            <a:endParaRPr/>
          </a:p>
        </p:txBody>
      </p:sp>
      <p:graphicFrame>
        <p:nvGraphicFramePr>
          <p:cNvPr id="589139336" name="Diagram 9"/>
          <p:cNvGraphicFramePr>
            <a:graphicFrameLocks xmlns:a="http://schemas.openxmlformats.org/drawingml/2006/main"/>
          </p:cNvGraphicFramePr>
          <p:nvPr/>
        </p:nvGraphicFramePr>
        <p:xfrm rot="0">
          <a:off x="1584059" y="1275982"/>
          <a:ext cx="9023882" cy="4447446"/>
          <a:chOff x="0" y="0"/>
          <a:chExt cx="9023882" cy="4447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10487" name="Rectangle 3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0883781" name="Rectangle 4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7113251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06</a:t>
            </a:r>
            <a:endParaRPr lang="en-US" sz="13000"/>
          </a:p>
        </p:txBody>
      </p:sp>
      <p:sp>
        <p:nvSpPr>
          <p:cNvPr id="235779918" name="Text 3"/>
          <p:cNvSpPr/>
          <p:nvPr/>
        </p:nvSpPr>
        <p:spPr bwMode="auto">
          <a:xfrm>
            <a:off x="4685868" y="20869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199">
                <a:solidFill>
                  <a:srgbClr val="FFFFFF"/>
                </a:solidFill>
              </a:rPr>
              <a:t>DESIGN MAPPING</a:t>
            </a:r>
            <a:endParaRPr lang="en-US" sz="3600"/>
          </a:p>
        </p:txBody>
      </p:sp>
      <p:sp>
        <p:nvSpPr>
          <p:cNvPr id="165193458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Translating math into circuits — the bridge between model and hardware</a:t>
            </a:r>
            <a:endParaRPr lang="en-US" sz="1600"/>
          </a:p>
        </p:txBody>
      </p:sp>
      <p:sp>
        <p:nvSpPr>
          <p:cNvPr id="2089354744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571589543" name="TextBox 12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570289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7227944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589646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pic>
        <p:nvPicPr>
          <p:cNvPr id="1036635979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4657" y="1451478"/>
            <a:ext cx="9522682" cy="4044382"/>
          </a:xfrm>
          <a:prstGeom prst="rect">
            <a:avLst/>
          </a:prstGeom>
        </p:spPr>
      </p:pic>
      <p:sp>
        <p:nvSpPr>
          <p:cNvPr id="2131381800" name="TextBox 10"/>
          <p:cNvSpPr txBox="1"/>
          <p:nvPr/>
        </p:nvSpPr>
        <p:spPr bwMode="auto">
          <a:xfrm>
            <a:off x="2971080" y="290525"/>
            <a:ext cx="6250197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</a:t>
            </a:r>
            <a:r>
              <a:rPr lang="en-US" sz="3600" b="1">
                <a:solidFill>
                  <a:srgbClr val="FAF9F6"/>
                </a:solidFill>
                <a:latin typeface="Segoe UI"/>
              </a:rPr>
              <a:t>he Bridge: From SW to HW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sp>
        <p:nvSpPr>
          <p:cNvPr id="1128668870" name="TextBox 11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623203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6907135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359833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068566290" name="TextBox 6"/>
          <p:cNvSpPr txBox="1"/>
          <p:nvPr/>
        </p:nvSpPr>
        <p:spPr bwMode="auto">
          <a:xfrm>
            <a:off x="2527750" y="348575"/>
            <a:ext cx="6876912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Input/ Output Interfaces</a:t>
            </a:r>
            <a:endParaRPr/>
          </a:p>
        </p:txBody>
      </p:sp>
      <p:pic>
        <p:nvPicPr>
          <p:cNvPr id="3453635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42151" y="1134760"/>
            <a:ext cx="8507692" cy="4946583"/>
          </a:xfrm>
          <a:prstGeom prst="rect">
            <a:avLst/>
          </a:prstGeom>
        </p:spPr>
      </p:pic>
      <p:sp>
        <p:nvSpPr>
          <p:cNvPr id="2112315182" name="TextBox 9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811252" name="TextBox 9"/>
          <p:cNvSpPr txBox="1"/>
          <p:nvPr/>
        </p:nvSpPr>
        <p:spPr bwMode="auto">
          <a:xfrm>
            <a:off x="426719" y="2739795"/>
            <a:ext cx="54867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Q6.8 fixed-point: 15-bit signed, per-layer width optimization</a:t>
            </a:r>
            <a:endParaRPr/>
          </a:p>
        </p:txBody>
      </p:sp>
      <p:sp>
        <p:nvSpPr>
          <p:cNvPr id="849897040" name="TextBox 10"/>
          <p:cNvSpPr txBox="1"/>
          <p:nvPr/>
        </p:nvSpPr>
        <p:spPr bwMode="auto">
          <a:xfrm>
            <a:off x="426719" y="3087267"/>
            <a:ext cx="54867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Group 2: 58-filter DW + 12-parallel PW over 16 accumulation steps</a:t>
            </a:r>
            <a:endParaRPr/>
          </a:p>
        </p:txBody>
      </p:sp>
      <p:sp>
        <p:nvSpPr>
          <p:cNvPr id="1754368335" name="TextBox 11"/>
          <p:cNvSpPr txBox="1"/>
          <p:nvPr/>
        </p:nvSpPr>
        <p:spPr bwMode="auto">
          <a:xfrm>
            <a:off x="426719" y="3434739"/>
            <a:ext cx="54867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Internal 58×784-word dist. RAM buffer between DW and PW phases</a:t>
            </a:r>
            <a:endParaRPr/>
          </a:p>
        </p:txBody>
      </p:sp>
      <p:sp>
        <p:nvSpPr>
          <p:cNvPr id="715767485" name="TextBox 12"/>
          <p:cNvSpPr txBox="1"/>
          <p:nvPr/>
        </p:nvSpPr>
        <p:spPr bwMode="auto">
          <a:xfrm>
            <a:off x="426719" y="3782211"/>
            <a:ext cx="54867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Group 3: full-precision 27-bit PW output, bypasses quantizer</a:t>
            </a:r>
            <a:endParaRPr/>
          </a:p>
        </p:txBody>
      </p:sp>
      <p:sp>
        <p:nvSpPr>
          <p:cNvPr id="596014476" name="TextBox 13"/>
          <p:cNvSpPr txBox="1"/>
          <p:nvPr/>
        </p:nvSpPr>
        <p:spPr bwMode="auto">
          <a:xfrm>
            <a:off x="426719" y="4129682"/>
            <a:ext cx="5486760" cy="522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BN parameters folded offline using PyTorch — no run-time normalization</a:t>
            </a:r>
            <a:endParaRPr/>
          </a:p>
        </p:txBody>
      </p:sp>
      <p:sp>
        <p:nvSpPr>
          <p:cNvPr id="96588287" name="TextBox 15"/>
          <p:cNvSpPr txBox="1"/>
          <p:nvPr/>
        </p:nvSpPr>
        <p:spPr bwMode="auto">
          <a:xfrm>
            <a:off x="6278879" y="2785515"/>
            <a:ext cx="18291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Group 1 Conv</a:t>
            </a:r>
            <a:endParaRPr/>
          </a:p>
        </p:txBody>
      </p:sp>
      <p:sp>
        <p:nvSpPr>
          <p:cNvPr id="1879050047" name="TextBox 16"/>
          <p:cNvSpPr txBox="1"/>
          <p:nvPr/>
        </p:nvSpPr>
        <p:spPr bwMode="auto">
          <a:xfrm>
            <a:off x="8107679" y="2785515"/>
            <a:ext cx="1463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8-bit (pixels)</a:t>
            </a:r>
            <a:endParaRPr/>
          </a:p>
        </p:txBody>
      </p:sp>
      <p:sp>
        <p:nvSpPr>
          <p:cNvPr id="1089346889" name="TextBox 17"/>
          <p:cNvSpPr txBox="1"/>
          <p:nvPr/>
        </p:nvSpPr>
        <p:spPr bwMode="auto">
          <a:xfrm>
            <a:off x="9570719" y="2785515"/>
            <a:ext cx="1371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12-bit</a:t>
            </a:r>
            <a:endParaRPr/>
          </a:p>
        </p:txBody>
      </p:sp>
      <p:sp>
        <p:nvSpPr>
          <p:cNvPr id="948659629" name="TextBox 19"/>
          <p:cNvSpPr txBox="1"/>
          <p:nvPr/>
        </p:nvSpPr>
        <p:spPr bwMode="auto">
          <a:xfrm>
            <a:off x="6278879" y="3096411"/>
            <a:ext cx="18291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Group 2 DW</a:t>
            </a:r>
            <a:endParaRPr/>
          </a:p>
        </p:txBody>
      </p:sp>
      <p:sp>
        <p:nvSpPr>
          <p:cNvPr id="1206383915" name="TextBox 20"/>
          <p:cNvSpPr txBox="1"/>
          <p:nvPr/>
        </p:nvSpPr>
        <p:spPr bwMode="auto">
          <a:xfrm>
            <a:off x="8107679" y="3096411"/>
            <a:ext cx="1463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10-bit</a:t>
            </a:r>
            <a:endParaRPr/>
          </a:p>
        </p:txBody>
      </p:sp>
      <p:sp>
        <p:nvSpPr>
          <p:cNvPr id="1886939647" name="TextBox 21"/>
          <p:cNvSpPr txBox="1"/>
          <p:nvPr/>
        </p:nvSpPr>
        <p:spPr bwMode="auto">
          <a:xfrm>
            <a:off x="9570719" y="3096411"/>
            <a:ext cx="1371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15-bit</a:t>
            </a:r>
            <a:endParaRPr/>
          </a:p>
        </p:txBody>
      </p:sp>
      <p:sp>
        <p:nvSpPr>
          <p:cNvPr id="888996993" name="TextBox 23"/>
          <p:cNvSpPr txBox="1"/>
          <p:nvPr/>
        </p:nvSpPr>
        <p:spPr bwMode="auto">
          <a:xfrm>
            <a:off x="6278879" y="3407306"/>
            <a:ext cx="18291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Group 2 PW</a:t>
            </a:r>
            <a:endParaRPr/>
          </a:p>
        </p:txBody>
      </p:sp>
      <p:sp>
        <p:nvSpPr>
          <p:cNvPr id="1781249109" name="TextBox 24"/>
          <p:cNvSpPr txBox="1"/>
          <p:nvPr/>
        </p:nvSpPr>
        <p:spPr bwMode="auto">
          <a:xfrm>
            <a:off x="8107679" y="3407306"/>
            <a:ext cx="1463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12-bit</a:t>
            </a:r>
            <a:endParaRPr/>
          </a:p>
        </p:txBody>
      </p:sp>
      <p:sp>
        <p:nvSpPr>
          <p:cNvPr id="1226602900" name="TextBox 25"/>
          <p:cNvSpPr txBox="1"/>
          <p:nvPr/>
        </p:nvSpPr>
        <p:spPr bwMode="auto">
          <a:xfrm>
            <a:off x="9570719" y="3407306"/>
            <a:ext cx="1371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11-bit</a:t>
            </a:r>
            <a:endParaRPr/>
          </a:p>
        </p:txBody>
      </p:sp>
      <p:sp>
        <p:nvSpPr>
          <p:cNvPr id="1063194237" name="TextBox 27"/>
          <p:cNvSpPr txBox="1"/>
          <p:nvPr/>
        </p:nvSpPr>
        <p:spPr bwMode="auto">
          <a:xfrm>
            <a:off x="6278879" y="3718202"/>
            <a:ext cx="18291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Group 3 PW</a:t>
            </a:r>
            <a:endParaRPr/>
          </a:p>
        </p:txBody>
      </p:sp>
      <p:sp>
        <p:nvSpPr>
          <p:cNvPr id="1903560358" name="TextBox 28"/>
          <p:cNvSpPr txBox="1"/>
          <p:nvPr/>
        </p:nvSpPr>
        <p:spPr bwMode="auto">
          <a:xfrm>
            <a:off x="8107679" y="3718202"/>
            <a:ext cx="1463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12-bit</a:t>
            </a:r>
            <a:endParaRPr/>
          </a:p>
        </p:txBody>
      </p:sp>
      <p:sp>
        <p:nvSpPr>
          <p:cNvPr id="356344700" name="TextBox 29"/>
          <p:cNvSpPr txBox="1"/>
          <p:nvPr/>
        </p:nvSpPr>
        <p:spPr bwMode="auto">
          <a:xfrm>
            <a:off x="9570719" y="3718202"/>
            <a:ext cx="1371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9-bit</a:t>
            </a:r>
            <a:endParaRPr/>
          </a:p>
        </p:txBody>
      </p:sp>
      <p:sp>
        <p:nvSpPr>
          <p:cNvPr id="688794349" name="TextBox 31"/>
          <p:cNvSpPr txBox="1"/>
          <p:nvPr/>
        </p:nvSpPr>
        <p:spPr bwMode="auto">
          <a:xfrm>
            <a:off x="6278879" y="4029098"/>
            <a:ext cx="1829159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Group 3 FC</a:t>
            </a:r>
            <a:endParaRPr/>
          </a:p>
        </p:txBody>
      </p:sp>
      <p:sp>
        <p:nvSpPr>
          <p:cNvPr id="742497793" name="TextBox 32"/>
          <p:cNvSpPr txBox="1"/>
          <p:nvPr/>
        </p:nvSpPr>
        <p:spPr bwMode="auto">
          <a:xfrm>
            <a:off x="8107679" y="4029098"/>
            <a:ext cx="1463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9-bit</a:t>
            </a:r>
            <a:endParaRPr/>
          </a:p>
        </p:txBody>
      </p:sp>
      <p:sp>
        <p:nvSpPr>
          <p:cNvPr id="1488059975" name="TextBox 33"/>
          <p:cNvSpPr txBox="1"/>
          <p:nvPr/>
        </p:nvSpPr>
        <p:spPr bwMode="auto">
          <a:xfrm>
            <a:off x="9570719" y="4029098"/>
            <a:ext cx="13719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9-bit</a:t>
            </a:r>
            <a:endParaRPr/>
          </a:p>
        </p:txBody>
      </p:sp>
      <p:sp>
        <p:nvSpPr>
          <p:cNvPr id="582940609" name="Rectangle 28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9823906" name="Rectangle 29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57539956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683833665" name="TextBox 32"/>
          <p:cNvSpPr txBox="1"/>
          <p:nvPr/>
        </p:nvSpPr>
        <p:spPr bwMode="auto">
          <a:xfrm>
            <a:off x="2527750" y="348575"/>
            <a:ext cx="6876912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Key Design Decisions</a:t>
            </a:r>
            <a:endParaRPr/>
          </a:p>
        </p:txBody>
      </p:sp>
      <p:sp>
        <p:nvSpPr>
          <p:cNvPr id="486853317" name="TextBox 34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784396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969944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68559757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07</a:t>
            </a:r>
            <a:endParaRPr lang="en-US" sz="13000"/>
          </a:p>
        </p:txBody>
      </p:sp>
      <p:sp>
        <p:nvSpPr>
          <p:cNvPr id="1120235301" name="Text 3"/>
          <p:cNvSpPr/>
          <p:nvPr/>
        </p:nvSpPr>
        <p:spPr bwMode="auto">
          <a:xfrm>
            <a:off x="4685868" y="20869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199">
                <a:solidFill>
                  <a:srgbClr val="FFFFFF"/>
                </a:solidFill>
              </a:rPr>
              <a:t>RTL ARCHITECTURE</a:t>
            </a:r>
            <a:endParaRPr lang="en-US" sz="3600"/>
          </a:p>
        </p:txBody>
      </p:sp>
      <p:sp>
        <p:nvSpPr>
          <p:cNvPr id="307066038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50 modules. 48 testbenches. One accelerator.</a:t>
            </a:r>
            <a:endParaRPr lang="en-US" sz="1600"/>
          </a:p>
        </p:txBody>
      </p:sp>
      <p:sp>
        <p:nvSpPr>
          <p:cNvPr id="446834576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955960435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795655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6200" y="1228371"/>
            <a:ext cx="8739596" cy="5059180"/>
          </a:xfrm>
          <a:prstGeom prst="rect">
            <a:avLst/>
          </a:prstGeom>
        </p:spPr>
      </p:pic>
      <p:sp>
        <p:nvSpPr>
          <p:cNvPr id="450761564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934287779" name="TextBox 8"/>
          <p:cNvSpPr txBox="1"/>
          <p:nvPr/>
        </p:nvSpPr>
        <p:spPr bwMode="auto">
          <a:xfrm flipH="0" flipV="0">
            <a:off x="1815342" y="348574"/>
            <a:ext cx="856131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Top-Level System Architecture</a:t>
            </a:r>
            <a:endParaRPr/>
          </a:p>
        </p:txBody>
      </p:sp>
      <p:sp>
        <p:nvSpPr>
          <p:cNvPr id="378004134" name="Rectangle 9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2989308" name="Rectangle 10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0688306" name="TextBox 12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27099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1535245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4207257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1296056" name="TextBox 6"/>
          <p:cNvSpPr txBox="1"/>
          <p:nvPr/>
        </p:nvSpPr>
        <p:spPr bwMode="auto">
          <a:xfrm flipH="0" flipV="0">
            <a:off x="1457871" y="336642"/>
            <a:ext cx="9276256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Internal Architecture &amp; Dataflow</a:t>
            </a:r>
            <a:endParaRPr/>
          </a:p>
        </p:txBody>
      </p:sp>
      <p:pic>
        <p:nvPicPr>
          <p:cNvPr id="370198190" name="Picture 8" descr="A diagram of a computer program&#10;&#10;Description automatically generated with medium confidenc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30676" y="896922"/>
            <a:ext cx="7130643" cy="5731840"/>
          </a:xfrm>
          <a:prstGeom prst="rect">
            <a:avLst/>
          </a:prstGeom>
        </p:spPr>
      </p:pic>
      <p:sp>
        <p:nvSpPr>
          <p:cNvPr id="442396801" name="TextBox 10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657346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0156700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289996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216331577" name="TextBox 5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Group 1: The Initializer</a:t>
            </a:r>
            <a:endParaRPr/>
          </a:p>
        </p:txBody>
      </p:sp>
      <p:pic>
        <p:nvPicPr>
          <p:cNvPr id="2138552522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2928" y="1513631"/>
            <a:ext cx="9526140" cy="4360955"/>
          </a:xfrm>
          <a:prstGeom prst="rect">
            <a:avLst/>
          </a:prstGeom>
        </p:spPr>
      </p:pic>
      <p:sp>
        <p:nvSpPr>
          <p:cNvPr id="1696764909" name="TextBox 10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428102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66221" y="1536972"/>
            <a:ext cx="8799610" cy="4624108"/>
          </a:xfrm>
          <a:prstGeom prst="rect">
            <a:avLst/>
          </a:prstGeom>
        </p:spPr>
      </p:pic>
      <p:sp>
        <p:nvSpPr>
          <p:cNvPr id="1225122528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7873732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58168984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54682572" name="TextBox 4"/>
          <p:cNvSpPr txBox="1"/>
          <p:nvPr/>
        </p:nvSpPr>
        <p:spPr bwMode="auto">
          <a:xfrm>
            <a:off x="2403631" y="336643"/>
            <a:ext cx="7385093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Group 2: Where All Work Happens</a:t>
            </a:r>
            <a:endParaRPr/>
          </a:p>
        </p:txBody>
      </p:sp>
      <p:sp>
        <p:nvSpPr>
          <p:cNvPr id="1763854560" name="TextBox 9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7275443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57139" y="982974"/>
            <a:ext cx="6477717" cy="5644741"/>
          </a:xfrm>
          <a:prstGeom prst="rect">
            <a:avLst/>
          </a:prstGeom>
        </p:spPr>
      </p:pic>
      <p:sp>
        <p:nvSpPr>
          <p:cNvPr id="52719782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66776495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5636163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242128935" name="TextBox 5"/>
          <p:cNvSpPr txBox="1"/>
          <p:nvPr/>
        </p:nvSpPr>
        <p:spPr bwMode="auto">
          <a:xfrm flipH="0" flipV="0">
            <a:off x="1081425" y="336642"/>
            <a:ext cx="1002914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Group 3: The Final Result is Here</a:t>
            </a:r>
            <a:endParaRPr/>
          </a:p>
        </p:txBody>
      </p:sp>
      <p:sp>
        <p:nvSpPr>
          <p:cNvPr id="879414438" name="TextBox 9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42286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81145557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671729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517124446" name="TextBox 5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The Combined Flow</a:t>
            </a:r>
            <a:endParaRPr/>
          </a:p>
        </p:txBody>
      </p:sp>
      <p:sp>
        <p:nvSpPr>
          <p:cNvPr id="1583813096" name="TextBox 7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846068462" name="Rectangle 8"/>
          <p:cNvSpPr/>
          <p:nvPr/>
        </p:nvSpPr>
        <p:spPr bwMode="auto">
          <a:xfrm>
            <a:off x="36576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266661" name="Rectangle 9"/>
          <p:cNvSpPr/>
          <p:nvPr/>
        </p:nvSpPr>
        <p:spPr bwMode="auto">
          <a:xfrm>
            <a:off x="365760" y="1463040"/>
            <a:ext cx="3474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6268771" name="TextBox 10"/>
          <p:cNvSpPr txBox="1"/>
          <p:nvPr/>
        </p:nvSpPr>
        <p:spPr bwMode="auto">
          <a:xfrm>
            <a:off x="365760" y="1490472"/>
            <a:ext cx="34750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Group 1</a:t>
            </a:r>
            <a:endParaRPr/>
          </a:p>
        </p:txBody>
      </p:sp>
      <p:sp>
        <p:nvSpPr>
          <p:cNvPr id="1545147764" name="TextBox 11"/>
          <p:cNvSpPr txBox="1"/>
          <p:nvPr/>
        </p:nvSpPr>
        <p:spPr bwMode="auto">
          <a:xfrm>
            <a:off x="365760" y="2057400"/>
            <a:ext cx="3475080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E67E22"/>
                </a:solidFill>
              </a:rPr>
              <a:t>3×3 Conv</a:t>
            </a:r>
            <a:br>
              <a:rPr sz="1500" b="1" i="0">
                <a:solidFill>
                  <a:srgbClr val="E67E22"/>
                </a:solidFill>
              </a:rPr>
            </a:br>
            <a:r>
              <a:rPr sz="1500" b="1" i="0">
                <a:solidFill>
                  <a:srgbClr val="E67E22"/>
                </a:solidFill>
              </a:rPr>
              <a:t>+ MaxPool</a:t>
            </a:r>
            <a:endParaRPr/>
          </a:p>
        </p:txBody>
      </p:sp>
      <p:sp>
        <p:nvSpPr>
          <p:cNvPr id="352821099" name="TextBox 12"/>
          <p:cNvSpPr txBox="1"/>
          <p:nvPr/>
        </p:nvSpPr>
        <p:spPr bwMode="auto">
          <a:xfrm>
            <a:off x="365760" y="2926080"/>
            <a:ext cx="34750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333333"/>
                </a:solidFill>
              </a:rPr>
              <a:t>224×224×3</a:t>
            </a:r>
            <a:br>
              <a:rPr sz="1300" b="0" i="0">
                <a:solidFill>
                  <a:srgbClr val="333333"/>
                </a:solidFill>
              </a:rPr>
            </a:br>
            <a:r>
              <a:rPr sz="1300" b="0" i="0">
                <a:solidFill>
                  <a:srgbClr val="333333"/>
                </a:solidFill>
              </a:rPr>
              <a:t>→ 56×56×24</a:t>
            </a:r>
            <a:endParaRPr/>
          </a:p>
        </p:txBody>
      </p:sp>
      <p:sp>
        <p:nvSpPr>
          <p:cNvPr id="619857306" name="TextBox 13"/>
          <p:cNvSpPr txBox="1"/>
          <p:nvPr/>
        </p:nvSpPr>
        <p:spPr bwMode="auto">
          <a:xfrm>
            <a:off x="365760" y="3703320"/>
            <a:ext cx="34750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24 DSPs</a:t>
            </a:r>
            <a:br>
              <a:rPr sz="1200" b="0" i="0">
                <a:solidFill>
                  <a:srgbClr val="333333"/>
                </a:solidFill>
              </a:rPr>
            </a:br>
            <a:r>
              <a:rPr sz="1200" b="0" i="0">
                <a:solidFill>
                  <a:srgbClr val="333333"/>
                </a:solidFill>
              </a:rPr>
              <a:t>216 total</a:t>
            </a:r>
            <a:endParaRPr/>
          </a:p>
        </p:txBody>
      </p:sp>
      <p:sp>
        <p:nvSpPr>
          <p:cNvPr id="516974356" name="TextBox 14"/>
          <p:cNvSpPr txBox="1"/>
          <p:nvPr/>
        </p:nvSpPr>
        <p:spPr bwMode="auto">
          <a:xfrm>
            <a:off x="3886200" y="2606040"/>
            <a:ext cx="41184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800" b="1" i="0">
                <a:solidFill>
                  <a:srgbClr val="2E86C1"/>
                </a:solidFill>
              </a:rPr>
              <a:t>→</a:t>
            </a:r>
            <a:endParaRPr/>
          </a:p>
        </p:txBody>
      </p:sp>
      <p:sp>
        <p:nvSpPr>
          <p:cNvPr id="734271054" name="Rectangle 15"/>
          <p:cNvSpPr/>
          <p:nvPr/>
        </p:nvSpPr>
        <p:spPr bwMode="auto">
          <a:xfrm>
            <a:off x="429768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597159" name="Rectangle 16"/>
          <p:cNvSpPr/>
          <p:nvPr/>
        </p:nvSpPr>
        <p:spPr bwMode="auto">
          <a:xfrm>
            <a:off x="4297680" y="1463040"/>
            <a:ext cx="34747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6685564" name="TextBox 17"/>
          <p:cNvSpPr txBox="1"/>
          <p:nvPr/>
        </p:nvSpPr>
        <p:spPr bwMode="auto">
          <a:xfrm>
            <a:off x="4297680" y="1490472"/>
            <a:ext cx="34750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Group 2</a:t>
            </a:r>
            <a:endParaRPr/>
          </a:p>
        </p:txBody>
      </p:sp>
      <p:sp>
        <p:nvSpPr>
          <p:cNvPr id="2080484497" name="TextBox 18"/>
          <p:cNvSpPr txBox="1"/>
          <p:nvPr/>
        </p:nvSpPr>
        <p:spPr bwMode="auto">
          <a:xfrm>
            <a:off x="4297680" y="2057400"/>
            <a:ext cx="3475080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2E86C1"/>
                </a:solidFill>
              </a:rPr>
              <a:t>16 Shuffle</a:t>
            </a:r>
            <a:br>
              <a:rPr sz="1500" b="1" i="0">
                <a:solidFill>
                  <a:srgbClr val="2E86C1"/>
                </a:solidFill>
              </a:rPr>
            </a:br>
            <a:r>
              <a:rPr sz="1500" b="1" i="0">
                <a:solidFill>
                  <a:srgbClr val="2E86C1"/>
                </a:solidFill>
              </a:rPr>
              <a:t>Blocks</a:t>
            </a:r>
            <a:endParaRPr/>
          </a:p>
        </p:txBody>
      </p:sp>
      <p:sp>
        <p:nvSpPr>
          <p:cNvPr id="205269702" name="TextBox 19"/>
          <p:cNvSpPr txBox="1"/>
          <p:nvPr/>
        </p:nvSpPr>
        <p:spPr bwMode="auto">
          <a:xfrm>
            <a:off x="4297680" y="2926080"/>
            <a:ext cx="34750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333333"/>
                </a:solidFill>
              </a:rPr>
              <a:t>56×56×24</a:t>
            </a:r>
            <a:br>
              <a:rPr sz="1300" b="0" i="0">
                <a:solidFill>
                  <a:srgbClr val="333333"/>
                </a:solidFill>
              </a:rPr>
            </a:br>
            <a:r>
              <a:rPr sz="1300" b="0" i="0">
                <a:solidFill>
                  <a:srgbClr val="333333"/>
                </a:solidFill>
              </a:rPr>
              <a:t>→ 7×7×464</a:t>
            </a:r>
            <a:endParaRPr/>
          </a:p>
        </p:txBody>
      </p:sp>
      <p:sp>
        <p:nvSpPr>
          <p:cNvPr id="242506315" name="TextBox 20"/>
          <p:cNvSpPr txBox="1"/>
          <p:nvPr/>
        </p:nvSpPr>
        <p:spPr bwMode="auto">
          <a:xfrm>
            <a:off x="4297680" y="3703320"/>
            <a:ext cx="34750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58 filters</a:t>
            </a:r>
            <a:br>
              <a:rPr sz="1200" b="0" i="0">
                <a:solidFill>
                  <a:srgbClr val="333333"/>
                </a:solidFill>
              </a:rPr>
            </a:br>
            <a:r>
              <a:rPr sz="1200" b="0" i="0">
                <a:solidFill>
                  <a:srgbClr val="333333"/>
                </a:solidFill>
              </a:rPr>
              <a:t>1218 DSPs</a:t>
            </a:r>
            <a:endParaRPr/>
          </a:p>
        </p:txBody>
      </p:sp>
      <p:sp>
        <p:nvSpPr>
          <p:cNvPr id="1910375170" name="TextBox 21"/>
          <p:cNvSpPr txBox="1"/>
          <p:nvPr/>
        </p:nvSpPr>
        <p:spPr bwMode="auto">
          <a:xfrm>
            <a:off x="7818120" y="2606040"/>
            <a:ext cx="41184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800" b="1" i="0">
                <a:solidFill>
                  <a:srgbClr val="2E86C1"/>
                </a:solidFill>
              </a:rPr>
              <a:t>→</a:t>
            </a:r>
            <a:endParaRPr/>
          </a:p>
        </p:txBody>
      </p:sp>
      <p:sp>
        <p:nvSpPr>
          <p:cNvPr id="1616672211" name="Rectangle 22"/>
          <p:cNvSpPr/>
          <p:nvPr/>
        </p:nvSpPr>
        <p:spPr bwMode="auto">
          <a:xfrm>
            <a:off x="8229600" y="1463040"/>
            <a:ext cx="3474720" cy="3474720"/>
          </a:xfrm>
          <a:prstGeom prst="rect">
            <a:avLst/>
          </a:prstGeom>
          <a:solidFill>
            <a:srgbClr val="F0F4F8"/>
          </a:solidFill>
          <a:ln w="317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038826" name="Rectangle 23"/>
          <p:cNvSpPr/>
          <p:nvPr/>
        </p:nvSpPr>
        <p:spPr bwMode="auto">
          <a:xfrm>
            <a:off x="8229600" y="1463040"/>
            <a:ext cx="3474720" cy="5029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3339290" name="TextBox 24"/>
          <p:cNvSpPr txBox="1"/>
          <p:nvPr/>
        </p:nvSpPr>
        <p:spPr bwMode="auto">
          <a:xfrm>
            <a:off x="8229600" y="1490472"/>
            <a:ext cx="347508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Group 3</a:t>
            </a:r>
            <a:endParaRPr/>
          </a:p>
        </p:txBody>
      </p:sp>
      <p:sp>
        <p:nvSpPr>
          <p:cNvPr id="1409591599" name="TextBox 25"/>
          <p:cNvSpPr txBox="1"/>
          <p:nvPr/>
        </p:nvSpPr>
        <p:spPr bwMode="auto">
          <a:xfrm>
            <a:off x="8229600" y="2057400"/>
            <a:ext cx="3475080" cy="54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1E8449"/>
                </a:solidFill>
              </a:rPr>
              <a:t>PW + AvgPool</a:t>
            </a:r>
            <a:br>
              <a:rPr sz="1500" b="1" i="0">
                <a:solidFill>
                  <a:srgbClr val="1E8449"/>
                </a:solidFill>
              </a:rPr>
            </a:br>
            <a:r>
              <a:rPr sz="1500" b="1" i="0">
                <a:solidFill>
                  <a:srgbClr val="1E8449"/>
                </a:solidFill>
              </a:rPr>
              <a:t>+ FC + Argmax</a:t>
            </a:r>
            <a:endParaRPr/>
          </a:p>
        </p:txBody>
      </p:sp>
      <p:sp>
        <p:nvSpPr>
          <p:cNvPr id="508151734" name="TextBox 26"/>
          <p:cNvSpPr txBox="1"/>
          <p:nvPr/>
        </p:nvSpPr>
        <p:spPr bwMode="auto">
          <a:xfrm>
            <a:off x="8229600" y="2926080"/>
            <a:ext cx="34750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333333"/>
                </a:solidFill>
              </a:rPr>
              <a:t>7×7×464</a:t>
            </a:r>
            <a:br>
              <a:rPr sz="1300" b="0" i="0">
                <a:solidFill>
                  <a:srgbClr val="333333"/>
                </a:solidFill>
              </a:rPr>
            </a:br>
            <a:r>
              <a:rPr sz="1300" b="0" i="0">
                <a:solidFill>
                  <a:srgbClr val="333333"/>
                </a:solidFill>
              </a:rPr>
              <a:t>→ class_idx</a:t>
            </a:r>
            <a:endParaRPr/>
          </a:p>
        </p:txBody>
      </p:sp>
      <p:sp>
        <p:nvSpPr>
          <p:cNvPr id="1868006448" name="TextBox 27"/>
          <p:cNvSpPr txBox="1"/>
          <p:nvPr/>
        </p:nvSpPr>
        <p:spPr bwMode="auto">
          <a:xfrm>
            <a:off x="8229600" y="3703320"/>
            <a:ext cx="3475080" cy="45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16+32 parallel</a:t>
            </a:r>
            <a:br>
              <a:rPr sz="1200" b="0" i="0">
                <a:solidFill>
                  <a:srgbClr val="333333"/>
                </a:solidFill>
              </a:rPr>
            </a:br>
            <a:r>
              <a:rPr sz="1200" b="0" i="0">
                <a:solidFill>
                  <a:srgbClr val="333333"/>
                </a:solidFill>
              </a:rPr>
              <a:t>464 DSPs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45350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27932988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2069866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8617469" name="TextBox 5"/>
          <p:cNvSpPr txBox="1"/>
          <p:nvPr/>
        </p:nvSpPr>
        <p:spPr bwMode="auto">
          <a:xfrm flipH="0" flipV="0">
            <a:off x="1184311" y="336642"/>
            <a:ext cx="9825536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Group 3: The Final Results are Here</a:t>
            </a:r>
            <a:endParaRPr/>
          </a:p>
        </p:txBody>
      </p:sp>
      <p:sp>
        <p:nvSpPr>
          <p:cNvPr id="1885077628" name="TextBox 7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468195733" name="Rectangle 8"/>
          <p:cNvSpPr/>
          <p:nvPr/>
        </p:nvSpPr>
        <p:spPr bwMode="auto">
          <a:xfrm>
            <a:off x="365760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0001234" name="TextBox 9"/>
          <p:cNvSpPr txBox="1"/>
          <p:nvPr/>
        </p:nvSpPr>
        <p:spPr bwMode="auto">
          <a:xfrm>
            <a:off x="365760" y="1508758"/>
            <a:ext cx="21034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1A5276"/>
                </a:solidFill>
              </a:rPr>
              <a:t>Common</a:t>
            </a:r>
            <a:br>
              <a:rPr sz="1300" b="1" i="0">
                <a:solidFill>
                  <a:srgbClr val="1A5276"/>
                </a:solidFill>
              </a:rPr>
            </a:br>
            <a:r>
              <a:rPr sz="1300" b="1" i="0">
                <a:solidFill>
                  <a:srgbClr val="1A5276"/>
                </a:solidFill>
              </a:rPr>
              <a:t>Primitives</a:t>
            </a:r>
            <a:endParaRPr/>
          </a:p>
        </p:txBody>
      </p:sp>
      <p:sp>
        <p:nvSpPr>
          <p:cNvPr id="803103783" name="TextBox 10"/>
          <p:cNvSpPr txBox="1"/>
          <p:nvPr/>
        </p:nvSpPr>
        <p:spPr bwMode="auto">
          <a:xfrm>
            <a:off x="365760" y="2103120"/>
            <a:ext cx="2103480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1E8449"/>
                </a:solidFill>
              </a:rPr>
              <a:t>9</a:t>
            </a:r>
            <a:endParaRPr/>
          </a:p>
        </p:txBody>
      </p:sp>
      <p:sp>
        <p:nvSpPr>
          <p:cNvPr id="1485688736" name="TextBox 11"/>
          <p:cNvSpPr txBox="1"/>
          <p:nvPr/>
        </p:nvSpPr>
        <p:spPr bwMode="auto">
          <a:xfrm>
            <a:off x="365760" y="269748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modules</a:t>
            </a:r>
            <a:endParaRPr/>
          </a:p>
        </p:txBody>
      </p:sp>
      <p:sp>
        <p:nvSpPr>
          <p:cNvPr id="1892545236" name="TextBox 12"/>
          <p:cNvSpPr txBox="1"/>
          <p:nvPr/>
        </p:nvSpPr>
        <p:spPr bwMode="auto">
          <a:xfrm>
            <a:off x="365760" y="2999232"/>
            <a:ext cx="210348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333333"/>
                </a:solidFill>
              </a:rPr>
              <a:t>mac_unit, adder_trees,</a:t>
            </a:r>
            <a:br>
              <a:rPr sz="1000" b="0" i="0">
                <a:solidFill>
                  <a:srgbClr val="333333"/>
                </a:solidFill>
              </a:rPr>
            </a:br>
            <a:r>
              <a:rPr sz="1000" b="0" i="0">
                <a:solidFill>
                  <a:srgbClr val="333333"/>
                </a:solidFill>
              </a:rPr>
              <a:t>quantizer, FIFOs</a:t>
            </a:r>
            <a:endParaRPr/>
          </a:p>
        </p:txBody>
      </p:sp>
      <p:sp>
        <p:nvSpPr>
          <p:cNvPr id="870485545" name="Rectangle 13"/>
          <p:cNvSpPr/>
          <p:nvPr/>
        </p:nvSpPr>
        <p:spPr bwMode="auto">
          <a:xfrm>
            <a:off x="2670048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982680" name="TextBox 14"/>
          <p:cNvSpPr txBox="1"/>
          <p:nvPr/>
        </p:nvSpPr>
        <p:spPr bwMode="auto">
          <a:xfrm>
            <a:off x="2670048" y="1508758"/>
            <a:ext cx="2103480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1A5276"/>
                </a:solidFill>
              </a:rPr>
              <a:t>Group 1</a:t>
            </a:r>
            <a:endParaRPr/>
          </a:p>
        </p:txBody>
      </p:sp>
      <p:sp>
        <p:nvSpPr>
          <p:cNvPr id="920098039" name="TextBox 15"/>
          <p:cNvSpPr txBox="1"/>
          <p:nvPr/>
        </p:nvSpPr>
        <p:spPr bwMode="auto">
          <a:xfrm>
            <a:off x="2670048" y="2103120"/>
            <a:ext cx="2103480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1E8449"/>
                </a:solidFill>
              </a:rPr>
              <a:t>10</a:t>
            </a:r>
            <a:endParaRPr/>
          </a:p>
        </p:txBody>
      </p:sp>
      <p:sp>
        <p:nvSpPr>
          <p:cNvPr id="86461576" name="TextBox 16"/>
          <p:cNvSpPr txBox="1"/>
          <p:nvPr/>
        </p:nvSpPr>
        <p:spPr bwMode="auto">
          <a:xfrm>
            <a:off x="2670048" y="269748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modules</a:t>
            </a:r>
            <a:endParaRPr/>
          </a:p>
        </p:txBody>
      </p:sp>
      <p:sp>
        <p:nvSpPr>
          <p:cNvPr id="435630514" name="TextBox 17"/>
          <p:cNvSpPr txBox="1"/>
          <p:nvPr/>
        </p:nvSpPr>
        <p:spPr bwMode="auto">
          <a:xfrm>
            <a:off x="2670048" y="2999232"/>
            <a:ext cx="210348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333333"/>
                </a:solidFill>
              </a:rPr>
              <a:t>conv3x3, maxpool,</a:t>
            </a:r>
            <a:br>
              <a:rPr sz="1000" b="0" i="0">
                <a:solidFill>
                  <a:srgbClr val="333333"/>
                </a:solidFill>
              </a:rPr>
            </a:br>
            <a:r>
              <a:rPr sz="1000" b="0" i="0">
                <a:solidFill>
                  <a:srgbClr val="333333"/>
                </a:solidFill>
              </a:rPr>
              <a:t>photo_mem, ROMs, ctrl</a:t>
            </a:r>
            <a:endParaRPr/>
          </a:p>
        </p:txBody>
      </p:sp>
      <p:sp>
        <p:nvSpPr>
          <p:cNvPr id="2132328115" name="Rectangle 18"/>
          <p:cNvSpPr/>
          <p:nvPr/>
        </p:nvSpPr>
        <p:spPr bwMode="auto">
          <a:xfrm>
            <a:off x="4974335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535228" name="TextBox 19"/>
          <p:cNvSpPr txBox="1"/>
          <p:nvPr/>
        </p:nvSpPr>
        <p:spPr bwMode="auto">
          <a:xfrm>
            <a:off x="4974335" y="1508758"/>
            <a:ext cx="2103480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1A5276"/>
                </a:solidFill>
              </a:rPr>
              <a:t>Group 2</a:t>
            </a:r>
            <a:endParaRPr/>
          </a:p>
        </p:txBody>
      </p:sp>
      <p:sp>
        <p:nvSpPr>
          <p:cNvPr id="1931211031" name="TextBox 20"/>
          <p:cNvSpPr txBox="1"/>
          <p:nvPr/>
        </p:nvSpPr>
        <p:spPr bwMode="auto">
          <a:xfrm>
            <a:off x="4974335" y="2103120"/>
            <a:ext cx="2103480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1E8449"/>
                </a:solidFill>
              </a:rPr>
              <a:t>14</a:t>
            </a:r>
            <a:endParaRPr/>
          </a:p>
        </p:txBody>
      </p:sp>
      <p:sp>
        <p:nvSpPr>
          <p:cNvPr id="738032069" name="TextBox 21"/>
          <p:cNvSpPr txBox="1"/>
          <p:nvPr/>
        </p:nvSpPr>
        <p:spPr bwMode="auto">
          <a:xfrm>
            <a:off x="4974335" y="269748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modules</a:t>
            </a:r>
            <a:endParaRPr/>
          </a:p>
        </p:txBody>
      </p:sp>
      <p:sp>
        <p:nvSpPr>
          <p:cNvPr id="839521193" name="TextBox 22"/>
          <p:cNvSpPr txBox="1"/>
          <p:nvPr/>
        </p:nvSpPr>
        <p:spPr bwMode="auto">
          <a:xfrm>
            <a:off x="4974335" y="2999232"/>
            <a:ext cx="210348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333333"/>
                </a:solidFill>
              </a:rPr>
              <a:t>DW, PW, FIFOs,</a:t>
            </a:r>
            <a:br>
              <a:rPr sz="1000" b="0" i="0">
                <a:solidFill>
                  <a:srgbClr val="333333"/>
                </a:solidFill>
              </a:rPr>
            </a:br>
            <a:r>
              <a:rPr sz="1000" b="0" i="0">
                <a:solidFill>
                  <a:srgbClr val="333333"/>
                </a:solidFill>
              </a:rPr>
              <a:t>ROMs, ctrl, top</a:t>
            </a:r>
            <a:endParaRPr/>
          </a:p>
        </p:txBody>
      </p:sp>
      <p:sp>
        <p:nvSpPr>
          <p:cNvPr id="1103570873" name="Rectangle 23"/>
          <p:cNvSpPr/>
          <p:nvPr/>
        </p:nvSpPr>
        <p:spPr bwMode="auto">
          <a:xfrm>
            <a:off x="7278624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022051" name="TextBox 24"/>
          <p:cNvSpPr txBox="1"/>
          <p:nvPr/>
        </p:nvSpPr>
        <p:spPr bwMode="auto">
          <a:xfrm>
            <a:off x="7278624" y="1508758"/>
            <a:ext cx="2103480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1A5276"/>
                </a:solidFill>
              </a:rPr>
              <a:t>Group 3</a:t>
            </a:r>
            <a:endParaRPr/>
          </a:p>
        </p:txBody>
      </p:sp>
      <p:sp>
        <p:nvSpPr>
          <p:cNvPr id="1620357393" name="TextBox 25"/>
          <p:cNvSpPr txBox="1"/>
          <p:nvPr/>
        </p:nvSpPr>
        <p:spPr bwMode="auto">
          <a:xfrm>
            <a:off x="7278624" y="2103120"/>
            <a:ext cx="2103480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1E8449"/>
                </a:solidFill>
              </a:rPr>
              <a:t>11</a:t>
            </a:r>
            <a:endParaRPr/>
          </a:p>
        </p:txBody>
      </p:sp>
      <p:sp>
        <p:nvSpPr>
          <p:cNvPr id="1597848811" name="TextBox 26"/>
          <p:cNvSpPr txBox="1"/>
          <p:nvPr/>
        </p:nvSpPr>
        <p:spPr bwMode="auto">
          <a:xfrm>
            <a:off x="7278624" y="269748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modules</a:t>
            </a:r>
            <a:endParaRPr/>
          </a:p>
        </p:txBody>
      </p:sp>
      <p:sp>
        <p:nvSpPr>
          <p:cNvPr id="648235600" name="TextBox 27"/>
          <p:cNvSpPr txBox="1"/>
          <p:nvPr/>
        </p:nvSpPr>
        <p:spPr bwMode="auto">
          <a:xfrm>
            <a:off x="7278624" y="2999232"/>
            <a:ext cx="210348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333333"/>
                </a:solidFill>
              </a:rPr>
              <a:t>PW, avgpool, FC,</a:t>
            </a:r>
            <a:br>
              <a:rPr sz="1000" b="0" i="0">
                <a:solidFill>
                  <a:srgbClr val="333333"/>
                </a:solidFill>
              </a:rPr>
            </a:br>
            <a:r>
              <a:rPr sz="1000" b="0" i="0">
                <a:solidFill>
                  <a:srgbClr val="333333"/>
                </a:solidFill>
              </a:rPr>
              <a:t>ROMs, ctrl, top</a:t>
            </a:r>
            <a:endParaRPr/>
          </a:p>
        </p:txBody>
      </p:sp>
      <p:sp>
        <p:nvSpPr>
          <p:cNvPr id="1505117182" name="Rectangle 28"/>
          <p:cNvSpPr/>
          <p:nvPr/>
        </p:nvSpPr>
        <p:spPr bwMode="auto">
          <a:xfrm>
            <a:off x="9582912" y="1463040"/>
            <a:ext cx="2103120" cy="2194560"/>
          </a:xfrm>
          <a:prstGeom prst="rect">
            <a:avLst/>
          </a:prstGeom>
          <a:solidFill>
            <a:srgbClr val="F0F4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1373696" name="TextBox 29"/>
          <p:cNvSpPr txBox="1"/>
          <p:nvPr/>
        </p:nvSpPr>
        <p:spPr bwMode="auto">
          <a:xfrm>
            <a:off x="9582912" y="1508758"/>
            <a:ext cx="21034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1A5276"/>
                </a:solidFill>
              </a:rPr>
              <a:t>Mem + AXI</a:t>
            </a:r>
            <a:br>
              <a:rPr sz="1300" b="1" i="0">
                <a:solidFill>
                  <a:srgbClr val="1A5276"/>
                </a:solidFill>
              </a:rPr>
            </a:br>
            <a:r>
              <a:rPr sz="1300" b="1" i="0">
                <a:solidFill>
                  <a:srgbClr val="1A5276"/>
                </a:solidFill>
              </a:rPr>
              <a:t>+ Top Level</a:t>
            </a:r>
            <a:endParaRPr/>
          </a:p>
        </p:txBody>
      </p:sp>
      <p:sp>
        <p:nvSpPr>
          <p:cNvPr id="810000160" name="TextBox 30"/>
          <p:cNvSpPr txBox="1"/>
          <p:nvPr/>
        </p:nvSpPr>
        <p:spPr bwMode="auto">
          <a:xfrm>
            <a:off x="9582912" y="2103120"/>
            <a:ext cx="2103480" cy="5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1E8449"/>
                </a:solidFill>
              </a:rPr>
              <a:t>4</a:t>
            </a:r>
            <a:endParaRPr/>
          </a:p>
        </p:txBody>
      </p:sp>
      <p:sp>
        <p:nvSpPr>
          <p:cNvPr id="1829502161" name="TextBox 31"/>
          <p:cNvSpPr txBox="1"/>
          <p:nvPr/>
        </p:nvSpPr>
        <p:spPr bwMode="auto">
          <a:xfrm>
            <a:off x="9582912" y="269748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modules</a:t>
            </a:r>
            <a:endParaRPr/>
          </a:p>
        </p:txBody>
      </p:sp>
      <p:sp>
        <p:nvSpPr>
          <p:cNvPr id="291591553" name="TextBox 32"/>
          <p:cNvSpPr txBox="1"/>
          <p:nvPr/>
        </p:nvSpPr>
        <p:spPr bwMode="auto">
          <a:xfrm>
            <a:off x="9582912" y="2999232"/>
            <a:ext cx="210348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333333"/>
                </a:solidFill>
              </a:rPr>
              <a:t>extra_mem, AXI slave,</a:t>
            </a:r>
            <a:br>
              <a:rPr sz="1000" b="0" i="0">
                <a:solidFill>
                  <a:srgbClr val="333333"/>
                </a:solidFill>
              </a:rPr>
            </a:br>
            <a:r>
              <a:rPr sz="1000" b="0" i="0">
                <a:solidFill>
                  <a:srgbClr val="333333"/>
                </a:solidFill>
              </a:rPr>
              <a:t>accel_ctrl, accel_top</a:t>
            </a:r>
            <a:endParaRPr/>
          </a:p>
        </p:txBody>
      </p:sp>
      <p:sp>
        <p:nvSpPr>
          <p:cNvPr id="1012773862" name="Rectangle 33"/>
          <p:cNvSpPr/>
          <p:nvPr/>
        </p:nvSpPr>
        <p:spPr bwMode="auto">
          <a:xfrm>
            <a:off x="2286000" y="3840480"/>
            <a:ext cx="7589520" cy="5943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0221239" name="TextBox 34"/>
          <p:cNvSpPr txBox="1"/>
          <p:nvPr/>
        </p:nvSpPr>
        <p:spPr bwMode="auto">
          <a:xfrm>
            <a:off x="2377440" y="3913632"/>
            <a:ext cx="7407000" cy="370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</a:rPr>
              <a:t>✓  48 / 48 TESTBENCHES PASS — Zero failures</a:t>
            </a:r>
            <a:endParaRPr/>
          </a:p>
        </p:txBody>
      </p:sp>
      <p:sp>
        <p:nvSpPr>
          <p:cNvPr id="191799711" name="TextBox 35"/>
          <p:cNvSpPr txBox="1"/>
          <p:nvPr/>
        </p:nvSpPr>
        <p:spPr bwMode="auto">
          <a:xfrm>
            <a:off x="365760" y="4663440"/>
            <a:ext cx="114303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Self-contained: no external hex vector files required</a:t>
            </a:r>
            <a:endParaRPr/>
          </a:p>
        </p:txBody>
      </p:sp>
      <p:sp>
        <p:nvSpPr>
          <p:cNvPr id="625455299" name="TextBox 36"/>
          <p:cNvSpPr txBox="1"/>
          <p:nvPr/>
        </p:nvSpPr>
        <p:spPr bwMode="auto">
          <a:xfrm>
            <a:off x="365760" y="5010912"/>
            <a:ext cx="114303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Q6.8 Python model: ~71% Top-1 on 100 ImageNet validation images</a:t>
            </a:r>
            <a:endParaRPr/>
          </a:p>
        </p:txBody>
      </p:sp>
      <p:sp>
        <p:nvSpPr>
          <p:cNvPr id="204118185" name="TextBox 37"/>
          <p:cNvSpPr txBox="1"/>
          <p:nvPr/>
        </p:nvSpPr>
        <p:spPr bwMode="auto">
          <a:xfrm>
            <a:off x="365760" y="5358382"/>
            <a:ext cx="11430360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0">
                <a:solidFill>
                  <a:schemeClr val="bg1"/>
                </a:solidFill>
              </a:rPr>
              <a:t>▸  BN-fold coefficient error: 7.63×10⁻⁶ (within tolerance)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3966374" name="Picture 8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8784" y="889242"/>
            <a:ext cx="10674483" cy="5679957"/>
          </a:xfrm>
          <a:prstGeom prst="rect">
            <a:avLst/>
          </a:prstGeom>
        </p:spPr>
      </p:pic>
      <p:sp>
        <p:nvSpPr>
          <p:cNvPr id="2043100888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73313330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779315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92576479" name="TextBox 5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FPGA Integration</a:t>
            </a:r>
            <a:endParaRPr/>
          </a:p>
        </p:txBody>
      </p:sp>
      <p:sp>
        <p:nvSpPr>
          <p:cNvPr id="1065208592" name="TextBox 9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02305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5650398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97456024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08</a:t>
            </a:r>
            <a:endParaRPr lang="en-US" sz="13000"/>
          </a:p>
        </p:txBody>
      </p:sp>
      <p:sp>
        <p:nvSpPr>
          <p:cNvPr id="938541720" name="Text 3"/>
          <p:cNvSpPr/>
          <p:nvPr/>
        </p:nvSpPr>
        <p:spPr bwMode="auto">
          <a:xfrm>
            <a:off x="4685868" y="20869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199">
                <a:solidFill>
                  <a:srgbClr val="FFFFFF"/>
                </a:solidFill>
              </a:rPr>
              <a:t>IMPLEMENTATION &amp;</a:t>
            </a:r>
            <a:endParaRPr lang="en-US" sz="3600" b="1" spc="198">
              <a:solidFill>
                <a:srgbClr val="FFFFFF"/>
              </a:solidFill>
            </a:endParaRPr>
          </a:p>
          <a:p>
            <a:pPr marL="0" indent="0" algn="l">
              <a:buNone/>
              <a:defRPr/>
            </a:pPr>
            <a:r>
              <a:rPr lang="en-US" sz="3600" b="1" spc="198">
                <a:solidFill>
                  <a:srgbClr val="FFFFFF"/>
                </a:solidFill>
              </a:rPr>
              <a:t>FPGA PROTOTYPING</a:t>
            </a:r>
            <a:endParaRPr lang="en-US" sz="3600"/>
          </a:p>
        </p:txBody>
      </p:sp>
      <p:sp>
        <p:nvSpPr>
          <p:cNvPr id="1166519485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Seeing is believing — the accelerator in action</a:t>
            </a:r>
            <a:endParaRPr lang="en-US" sz="1600"/>
          </a:p>
        </p:txBody>
      </p:sp>
      <p:sp>
        <p:nvSpPr>
          <p:cNvPr id="1047107562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023458480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4694058" name="Picture 13" descr="A close-up of a circuit board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8">
            <a:off x="3524248" y="186856"/>
            <a:ext cx="5143500" cy="6858000"/>
          </a:xfrm>
          <a:prstGeom prst="rect">
            <a:avLst/>
          </a:prstGeom>
        </p:spPr>
      </p:pic>
      <p:sp>
        <p:nvSpPr>
          <p:cNvPr id="461217190" name="Rectangle 2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9306704" name="Rectangle 3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88709992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734230863" name="TextBox 9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539071444" name="TextBox 9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$5K Baby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252D">
            <a:alpha val="99999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2993643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1775622" y="1093383"/>
            <a:ext cx="8640754" cy="4671232"/>
          </a:xfrm>
          <a:prstGeom prst="rect">
            <a:avLst/>
          </a:prstGeom>
        </p:spPr>
      </p:pic>
      <p:sp>
        <p:nvSpPr>
          <p:cNvPr id="636185216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4483679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635228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680832471" name="TextBox 8"/>
          <p:cNvSpPr txBox="1"/>
          <p:nvPr/>
        </p:nvSpPr>
        <p:spPr bwMode="auto">
          <a:xfrm>
            <a:off x="4171950" y="-32265"/>
            <a:ext cx="384881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230153392" name="TextBox 7"/>
          <p:cNvSpPr txBox="1"/>
          <p:nvPr/>
        </p:nvSpPr>
        <p:spPr bwMode="auto">
          <a:xfrm flipH="0" flipV="0">
            <a:off x="1383311" y="336642"/>
            <a:ext cx="9425377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The Work </a:t>
            </a:r>
            <a:r>
              <a:rPr lang="en-US" sz="3600" b="1">
                <a:solidFill>
                  <a:srgbClr val="FAF9F6"/>
                </a:solidFill>
                <a:latin typeface="Segoe UI"/>
              </a:rPr>
              <a:t>Moment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774064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rcRect l="0" t="21762" r="0" b="21762"/>
        </p:blipFill>
        <p:spPr bwMode="auto">
          <a:xfrm flipH="0" flipV="0">
            <a:off x="2592270" y="1450301"/>
            <a:ext cx="7007458" cy="3957396"/>
          </a:xfrm>
          <a:prstGeom prst="rect">
            <a:avLst/>
          </a:prstGeom>
        </p:spPr>
      </p:pic>
      <p:sp>
        <p:nvSpPr>
          <p:cNvPr id="1456588599" name="Rectangle 1"/>
          <p:cNvSpPr/>
          <p:nvPr/>
        </p:nvSpPr>
        <p:spPr bwMode="auto">
          <a:xfrm>
            <a:off x="0" y="0"/>
            <a:ext cx="12191998" cy="20872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24035592" name="Rectangle 2"/>
          <p:cNvSpPr/>
          <p:nvPr/>
        </p:nvSpPr>
        <p:spPr bwMode="auto">
          <a:xfrm>
            <a:off x="0" y="6754482"/>
            <a:ext cx="12191998" cy="103515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3519219" name="Shape 5"/>
          <p:cNvSpPr/>
          <p:nvPr/>
        </p:nvSpPr>
        <p:spPr bwMode="auto">
          <a:xfrm>
            <a:off x="4685868" y="4647219"/>
            <a:ext cx="1280160" cy="347470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650658727" name="TextBox 8"/>
          <p:cNvSpPr txBox="1"/>
          <p:nvPr/>
        </p:nvSpPr>
        <p:spPr bwMode="auto">
          <a:xfrm>
            <a:off x="4171950" y="-32265"/>
            <a:ext cx="3848818" cy="30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122454573" name="TextBox 7"/>
          <p:cNvSpPr txBox="1"/>
          <p:nvPr/>
        </p:nvSpPr>
        <p:spPr bwMode="auto">
          <a:xfrm flipH="0" flipV="0">
            <a:off x="1603977" y="336642"/>
            <a:ext cx="8984044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The Test: T</a:t>
            </a:r>
            <a:r>
              <a:rPr lang="en-US" sz="3600" b="1">
                <a:solidFill>
                  <a:srgbClr val="FAF9F6"/>
                </a:solidFill>
                <a:latin typeface="Segoe UI"/>
              </a:rPr>
              <a:t>he Moment of Truth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790158" name="Picture 10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94816" y="982974"/>
            <a:ext cx="9202365" cy="5118815"/>
          </a:xfrm>
          <a:prstGeom prst="rect">
            <a:avLst/>
          </a:prstGeom>
        </p:spPr>
      </p:pic>
      <p:sp>
        <p:nvSpPr>
          <p:cNvPr id="2046052869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73640732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5168768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975738718" name="TextBox 11"/>
          <p:cNvSpPr txBox="1"/>
          <p:nvPr/>
        </p:nvSpPr>
        <p:spPr bwMode="auto">
          <a:xfrm flipH="0" flipV="0">
            <a:off x="922090" y="336642"/>
            <a:ext cx="1034781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Code Compiled Successfully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61719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71354" y="1055512"/>
            <a:ext cx="9591145" cy="5027858"/>
          </a:xfrm>
          <a:prstGeom prst="rect">
            <a:avLst/>
          </a:prstGeom>
        </p:spPr>
      </p:pic>
      <p:sp>
        <p:nvSpPr>
          <p:cNvPr id="367819072" name="Rectangle 1"/>
          <p:cNvSpPr/>
          <p:nvPr/>
        </p:nvSpPr>
        <p:spPr bwMode="auto">
          <a:xfrm>
            <a:off x="0" y="0"/>
            <a:ext cx="12191998" cy="20872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8849611" name="Rectangle 2"/>
          <p:cNvSpPr/>
          <p:nvPr/>
        </p:nvSpPr>
        <p:spPr bwMode="auto">
          <a:xfrm>
            <a:off x="0" y="6754482"/>
            <a:ext cx="12191998" cy="103515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3705798" name="TextBox 8"/>
          <p:cNvSpPr txBox="1"/>
          <p:nvPr/>
        </p:nvSpPr>
        <p:spPr bwMode="auto">
          <a:xfrm>
            <a:off x="4171950" y="-32265"/>
            <a:ext cx="3848818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903473409" name="TextBox 11"/>
          <p:cNvSpPr txBox="1"/>
          <p:nvPr/>
        </p:nvSpPr>
        <p:spPr bwMode="auto">
          <a:xfrm flipH="0" flipV="0">
            <a:off x="922089" y="336642"/>
            <a:ext cx="1034817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Code Compiled Successfully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6381288" name=""/>
          <p:cNvPicPr>
            <a:picLocks noChangeAspect="1"/>
          </p:cNvPicPr>
          <p:nvPr/>
        </p:nvPicPr>
        <p:blipFill rotWithShape="1">
          <a:blip r:embed="rId3"/>
          <a:srcRect l="0" t="0" r="0" b="0"/>
        </p:blipFill>
        <p:spPr bwMode="auto">
          <a:xfrm flipH="0" flipV="0">
            <a:off x="4393437" y="1095409"/>
            <a:ext cx="6744629" cy="5049569"/>
          </a:xfrm>
          <a:prstGeom prst="rect">
            <a:avLst/>
          </a:prstGeom>
        </p:spPr>
      </p:pic>
      <p:pic>
        <p:nvPicPr>
          <p:cNvPr id="4482594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61937" y="4391553"/>
            <a:ext cx="3793311" cy="1276349"/>
          </a:xfrm>
          <a:prstGeom prst="rect">
            <a:avLst/>
          </a:prstGeom>
        </p:spPr>
      </p:pic>
      <p:pic>
        <p:nvPicPr>
          <p:cNvPr id="112453931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61937" y="1362603"/>
            <a:ext cx="3793311" cy="2814637"/>
          </a:xfrm>
          <a:prstGeom prst="rect">
            <a:avLst/>
          </a:prstGeom>
        </p:spPr>
      </p:pic>
      <p:sp>
        <p:nvSpPr>
          <p:cNvPr id="1471692942" name="Rectangle 1"/>
          <p:cNvSpPr/>
          <p:nvPr/>
        </p:nvSpPr>
        <p:spPr bwMode="auto">
          <a:xfrm>
            <a:off x="0" y="0"/>
            <a:ext cx="12191998" cy="20872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320522" name="Rectangle 2"/>
          <p:cNvSpPr/>
          <p:nvPr/>
        </p:nvSpPr>
        <p:spPr bwMode="auto">
          <a:xfrm>
            <a:off x="0" y="6754482"/>
            <a:ext cx="12191998" cy="103515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21070837" name="TextBox 8"/>
          <p:cNvSpPr txBox="1"/>
          <p:nvPr/>
        </p:nvSpPr>
        <p:spPr bwMode="auto">
          <a:xfrm>
            <a:off x="4171950" y="-32265"/>
            <a:ext cx="3849178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63463787" name="TextBox 11"/>
          <p:cNvSpPr txBox="1"/>
          <p:nvPr/>
        </p:nvSpPr>
        <p:spPr bwMode="auto">
          <a:xfrm flipH="0" flipV="0">
            <a:off x="922089" y="336642"/>
            <a:ext cx="1034853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Code Compiled Successfully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92734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5115" y="1934103"/>
            <a:ext cx="10941768" cy="2989791"/>
          </a:xfrm>
          <a:prstGeom prst="rect">
            <a:avLst/>
          </a:prstGeom>
        </p:spPr>
      </p:pic>
      <p:sp>
        <p:nvSpPr>
          <p:cNvPr id="160517252" name="Rectangle 1"/>
          <p:cNvSpPr/>
          <p:nvPr/>
        </p:nvSpPr>
        <p:spPr bwMode="auto">
          <a:xfrm>
            <a:off x="0" y="0"/>
            <a:ext cx="12191998" cy="20872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3306016" name="Rectangle 2"/>
          <p:cNvSpPr/>
          <p:nvPr/>
        </p:nvSpPr>
        <p:spPr bwMode="auto">
          <a:xfrm>
            <a:off x="0" y="6754482"/>
            <a:ext cx="12191998" cy="103515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61756005" name="TextBox 8"/>
          <p:cNvSpPr txBox="1"/>
          <p:nvPr/>
        </p:nvSpPr>
        <p:spPr bwMode="auto">
          <a:xfrm>
            <a:off x="4171950" y="-32265"/>
            <a:ext cx="3849538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479679605" name="TextBox 11"/>
          <p:cNvSpPr txBox="1"/>
          <p:nvPr/>
        </p:nvSpPr>
        <p:spPr bwMode="auto">
          <a:xfrm flipH="0" flipV="0">
            <a:off x="922089" y="336642"/>
            <a:ext cx="10348898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Code Compiled Successfully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883083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80639021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3369980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345074613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484925463" name="Rectangle 9"/>
          <p:cNvSpPr/>
          <p:nvPr/>
        </p:nvSpPr>
        <p:spPr bwMode="auto">
          <a:xfrm>
            <a:off x="0" y="1463040"/>
            <a:ext cx="2313304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818759" name="TextBox 10"/>
          <p:cNvSpPr txBox="1"/>
          <p:nvPr/>
        </p:nvSpPr>
        <p:spPr bwMode="auto">
          <a:xfrm>
            <a:off x="-64134" y="1508758"/>
            <a:ext cx="23778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1A5276"/>
                </a:solidFill>
              </a:rPr>
              <a:t>100 MHz</a:t>
            </a:r>
            <a:endParaRPr/>
          </a:p>
        </p:txBody>
      </p:sp>
      <p:sp>
        <p:nvSpPr>
          <p:cNvPr id="178848642" name="TextBox 11"/>
          <p:cNvSpPr txBox="1"/>
          <p:nvPr/>
        </p:nvSpPr>
        <p:spPr bwMode="auto">
          <a:xfrm>
            <a:off x="-64134" y="2084832"/>
            <a:ext cx="237780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Target Clock</a:t>
            </a:r>
            <a:endParaRPr/>
          </a:p>
        </p:txBody>
      </p:sp>
      <p:sp>
        <p:nvSpPr>
          <p:cNvPr id="616588569" name="Rectangle 12"/>
          <p:cNvSpPr/>
          <p:nvPr/>
        </p:nvSpPr>
        <p:spPr bwMode="auto">
          <a:xfrm>
            <a:off x="2404744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1964453" name="TextBox 13"/>
          <p:cNvSpPr txBox="1"/>
          <p:nvPr/>
        </p:nvSpPr>
        <p:spPr bwMode="auto">
          <a:xfrm>
            <a:off x="2404743" y="1508757"/>
            <a:ext cx="237996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1E8449"/>
                </a:solidFill>
              </a:rPr>
              <a:t>+0.096 ns</a:t>
            </a:r>
            <a:endParaRPr/>
          </a:p>
        </p:txBody>
      </p:sp>
      <p:sp>
        <p:nvSpPr>
          <p:cNvPr id="833893475" name="TextBox 14"/>
          <p:cNvSpPr txBox="1"/>
          <p:nvPr/>
        </p:nvSpPr>
        <p:spPr bwMode="auto">
          <a:xfrm>
            <a:off x="2404744" y="2084832"/>
            <a:ext cx="237780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WNS (Timing Closed)</a:t>
            </a:r>
            <a:endParaRPr/>
          </a:p>
        </p:txBody>
      </p:sp>
      <p:sp>
        <p:nvSpPr>
          <p:cNvPr id="133758911" name="Rectangle 15"/>
          <p:cNvSpPr/>
          <p:nvPr/>
        </p:nvSpPr>
        <p:spPr bwMode="auto">
          <a:xfrm>
            <a:off x="4873624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1501137" name="TextBox 16"/>
          <p:cNvSpPr txBox="1"/>
          <p:nvPr/>
        </p:nvSpPr>
        <p:spPr bwMode="auto">
          <a:xfrm>
            <a:off x="4873624" y="1508758"/>
            <a:ext cx="23778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E67E22"/>
                </a:solidFill>
              </a:rPr>
              <a:t>78.76%</a:t>
            </a:r>
            <a:endParaRPr/>
          </a:p>
        </p:txBody>
      </p:sp>
      <p:sp>
        <p:nvSpPr>
          <p:cNvPr id="636272305" name="TextBox 17"/>
          <p:cNvSpPr txBox="1"/>
          <p:nvPr/>
        </p:nvSpPr>
        <p:spPr bwMode="auto">
          <a:xfrm>
            <a:off x="4873624" y="2084832"/>
            <a:ext cx="237780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DSP Utilization</a:t>
            </a:r>
            <a:endParaRPr/>
          </a:p>
        </p:txBody>
      </p:sp>
      <p:sp>
        <p:nvSpPr>
          <p:cNvPr id="1406506448" name="Rectangle 18"/>
          <p:cNvSpPr/>
          <p:nvPr/>
        </p:nvSpPr>
        <p:spPr bwMode="auto">
          <a:xfrm>
            <a:off x="7342504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2924442" name="TextBox 19"/>
          <p:cNvSpPr txBox="1"/>
          <p:nvPr/>
        </p:nvSpPr>
        <p:spPr bwMode="auto">
          <a:xfrm>
            <a:off x="7342503" y="1508757"/>
            <a:ext cx="23814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2E86C1"/>
                </a:solidFill>
              </a:rPr>
              <a:t>58.69%</a:t>
            </a:r>
            <a:endParaRPr/>
          </a:p>
        </p:txBody>
      </p:sp>
      <p:sp>
        <p:nvSpPr>
          <p:cNvPr id="1225555736" name="TextBox 20"/>
          <p:cNvSpPr txBox="1"/>
          <p:nvPr/>
        </p:nvSpPr>
        <p:spPr bwMode="auto">
          <a:xfrm>
            <a:off x="7342504" y="2084832"/>
            <a:ext cx="237780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BRAM Utilization</a:t>
            </a:r>
            <a:endParaRPr/>
          </a:p>
        </p:txBody>
      </p:sp>
      <p:sp>
        <p:nvSpPr>
          <p:cNvPr id="239222643" name="Rectangle 21"/>
          <p:cNvSpPr/>
          <p:nvPr/>
        </p:nvSpPr>
        <p:spPr bwMode="auto">
          <a:xfrm>
            <a:off x="9811384" y="1463040"/>
            <a:ext cx="237744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1503217" name="TextBox 22"/>
          <p:cNvSpPr txBox="1"/>
          <p:nvPr/>
        </p:nvSpPr>
        <p:spPr bwMode="auto">
          <a:xfrm>
            <a:off x="9811383" y="1508757"/>
            <a:ext cx="238068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600" b="1" i="0">
                <a:solidFill>
                  <a:srgbClr val="333333"/>
                </a:solidFill>
              </a:rPr>
              <a:t>14.34%</a:t>
            </a:r>
            <a:endParaRPr/>
          </a:p>
        </p:txBody>
      </p:sp>
      <p:sp>
        <p:nvSpPr>
          <p:cNvPr id="1191209961" name="TextBox 23"/>
          <p:cNvSpPr txBox="1"/>
          <p:nvPr/>
        </p:nvSpPr>
        <p:spPr bwMode="auto">
          <a:xfrm>
            <a:off x="9811384" y="2084832"/>
            <a:ext cx="237780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LUT Utilization</a:t>
            </a:r>
            <a:endParaRPr/>
          </a:p>
        </p:txBody>
      </p:sp>
      <p:sp>
        <p:nvSpPr>
          <p:cNvPr id="1221945445" name="Rectangle 24"/>
          <p:cNvSpPr/>
          <p:nvPr/>
        </p:nvSpPr>
        <p:spPr bwMode="auto">
          <a:xfrm>
            <a:off x="365760" y="2606040"/>
            <a:ext cx="1143000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0934429" name="TextBox 25"/>
          <p:cNvSpPr txBox="1"/>
          <p:nvPr/>
        </p:nvSpPr>
        <p:spPr bwMode="auto">
          <a:xfrm>
            <a:off x="548640" y="2670048"/>
            <a:ext cx="1097316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1A5276"/>
                </a:solidFill>
              </a:rPr>
              <a:t>Resource Summary</a:t>
            </a:r>
            <a:endParaRPr/>
          </a:p>
        </p:txBody>
      </p:sp>
      <p:sp>
        <p:nvSpPr>
          <p:cNvPr id="1413592048" name="TextBox 26"/>
          <p:cNvSpPr txBox="1"/>
          <p:nvPr/>
        </p:nvSpPr>
        <p:spPr bwMode="auto">
          <a:xfrm>
            <a:off x="457200" y="3017518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5276"/>
                </a:solidFill>
              </a:rPr>
              <a:t>Resource</a:t>
            </a:r>
            <a:endParaRPr/>
          </a:p>
        </p:txBody>
      </p:sp>
      <p:sp>
        <p:nvSpPr>
          <p:cNvPr id="26737425" name="TextBox 27"/>
          <p:cNvSpPr txBox="1"/>
          <p:nvPr/>
        </p:nvSpPr>
        <p:spPr bwMode="auto">
          <a:xfrm>
            <a:off x="3200400" y="3017518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5276"/>
                </a:solidFill>
              </a:rPr>
              <a:t>Used</a:t>
            </a:r>
            <a:endParaRPr/>
          </a:p>
        </p:txBody>
      </p:sp>
      <p:sp>
        <p:nvSpPr>
          <p:cNvPr id="87912995" name="TextBox 28"/>
          <p:cNvSpPr txBox="1"/>
          <p:nvPr/>
        </p:nvSpPr>
        <p:spPr bwMode="auto">
          <a:xfrm>
            <a:off x="5486400" y="3017518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5276"/>
                </a:solidFill>
              </a:rPr>
              <a:t>Available</a:t>
            </a:r>
            <a:endParaRPr/>
          </a:p>
        </p:txBody>
      </p:sp>
      <p:sp>
        <p:nvSpPr>
          <p:cNvPr id="1397741977" name="TextBox 29"/>
          <p:cNvSpPr txBox="1"/>
          <p:nvPr/>
        </p:nvSpPr>
        <p:spPr bwMode="auto">
          <a:xfrm>
            <a:off x="8229600" y="3017518"/>
            <a:ext cx="27435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1A5276"/>
                </a:solidFill>
              </a:rPr>
              <a:t>Utilization</a:t>
            </a:r>
            <a:endParaRPr/>
          </a:p>
        </p:txBody>
      </p:sp>
      <p:sp>
        <p:nvSpPr>
          <p:cNvPr id="1982749489" name="TextBox 30"/>
          <p:cNvSpPr txBox="1"/>
          <p:nvPr/>
        </p:nvSpPr>
        <p:spPr bwMode="auto">
          <a:xfrm>
            <a:off x="457200" y="3291840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DSP48E2</a:t>
            </a:r>
            <a:endParaRPr/>
          </a:p>
        </p:txBody>
      </p:sp>
      <p:sp>
        <p:nvSpPr>
          <p:cNvPr id="1983722218" name="TextBox 31"/>
          <p:cNvSpPr txBox="1"/>
          <p:nvPr/>
        </p:nvSpPr>
        <p:spPr bwMode="auto">
          <a:xfrm>
            <a:off x="3200400" y="3291840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1,550</a:t>
            </a:r>
            <a:endParaRPr/>
          </a:p>
        </p:txBody>
      </p:sp>
      <p:sp>
        <p:nvSpPr>
          <p:cNvPr id="1762015743" name="TextBox 32"/>
          <p:cNvSpPr txBox="1"/>
          <p:nvPr/>
        </p:nvSpPr>
        <p:spPr bwMode="auto">
          <a:xfrm>
            <a:off x="5486400" y="3291840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1,968</a:t>
            </a:r>
            <a:endParaRPr/>
          </a:p>
        </p:txBody>
      </p:sp>
      <p:sp>
        <p:nvSpPr>
          <p:cNvPr id="1863462896" name="TextBox 33"/>
          <p:cNvSpPr txBox="1"/>
          <p:nvPr/>
        </p:nvSpPr>
        <p:spPr bwMode="auto">
          <a:xfrm>
            <a:off x="8229600" y="3291840"/>
            <a:ext cx="27435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78.76%</a:t>
            </a:r>
            <a:endParaRPr/>
          </a:p>
        </p:txBody>
      </p:sp>
      <p:sp>
        <p:nvSpPr>
          <p:cNvPr id="1651650670" name="TextBox 34"/>
          <p:cNvSpPr txBox="1"/>
          <p:nvPr/>
        </p:nvSpPr>
        <p:spPr bwMode="auto">
          <a:xfrm>
            <a:off x="457200" y="3511296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BRAM Tile</a:t>
            </a:r>
            <a:endParaRPr/>
          </a:p>
        </p:txBody>
      </p:sp>
      <p:sp>
        <p:nvSpPr>
          <p:cNvPr id="541536813" name="TextBox 35"/>
          <p:cNvSpPr txBox="1"/>
          <p:nvPr/>
        </p:nvSpPr>
        <p:spPr bwMode="auto">
          <a:xfrm>
            <a:off x="3200400" y="3511296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550.5</a:t>
            </a:r>
            <a:endParaRPr/>
          </a:p>
        </p:txBody>
      </p:sp>
      <p:sp>
        <p:nvSpPr>
          <p:cNvPr id="1164847743" name="TextBox 36"/>
          <p:cNvSpPr txBox="1"/>
          <p:nvPr/>
        </p:nvSpPr>
        <p:spPr bwMode="auto">
          <a:xfrm>
            <a:off x="5486400" y="3511296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984</a:t>
            </a:r>
            <a:endParaRPr/>
          </a:p>
        </p:txBody>
      </p:sp>
      <p:sp>
        <p:nvSpPr>
          <p:cNvPr id="1789366850" name="TextBox 37"/>
          <p:cNvSpPr txBox="1"/>
          <p:nvPr/>
        </p:nvSpPr>
        <p:spPr bwMode="auto">
          <a:xfrm>
            <a:off x="8229600" y="3511296"/>
            <a:ext cx="27435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55.95%</a:t>
            </a:r>
            <a:endParaRPr/>
          </a:p>
        </p:txBody>
      </p:sp>
      <p:sp>
        <p:nvSpPr>
          <p:cNvPr id="613207104" name="TextBox 38"/>
          <p:cNvSpPr txBox="1"/>
          <p:nvPr/>
        </p:nvSpPr>
        <p:spPr bwMode="auto">
          <a:xfrm>
            <a:off x="457200" y="3730752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LUT</a:t>
            </a:r>
            <a:endParaRPr/>
          </a:p>
        </p:txBody>
      </p:sp>
      <p:sp>
        <p:nvSpPr>
          <p:cNvPr id="38771740" name="TextBox 39"/>
          <p:cNvSpPr txBox="1"/>
          <p:nvPr/>
        </p:nvSpPr>
        <p:spPr bwMode="auto">
          <a:xfrm>
            <a:off x="3200400" y="3730752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68,299</a:t>
            </a:r>
            <a:endParaRPr/>
          </a:p>
        </p:txBody>
      </p:sp>
      <p:sp>
        <p:nvSpPr>
          <p:cNvPr id="1293600132" name="TextBox 40"/>
          <p:cNvSpPr txBox="1"/>
          <p:nvPr/>
        </p:nvSpPr>
        <p:spPr bwMode="auto">
          <a:xfrm>
            <a:off x="5486400" y="3730752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522,720</a:t>
            </a:r>
            <a:endParaRPr/>
          </a:p>
        </p:txBody>
      </p:sp>
      <p:sp>
        <p:nvSpPr>
          <p:cNvPr id="92378990" name="TextBox 41"/>
          <p:cNvSpPr txBox="1"/>
          <p:nvPr/>
        </p:nvSpPr>
        <p:spPr bwMode="auto">
          <a:xfrm>
            <a:off x="8229600" y="3730752"/>
            <a:ext cx="27435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13.07%</a:t>
            </a:r>
            <a:endParaRPr/>
          </a:p>
        </p:txBody>
      </p:sp>
      <p:sp>
        <p:nvSpPr>
          <p:cNvPr id="1064838860" name="TextBox 42"/>
          <p:cNvSpPr txBox="1"/>
          <p:nvPr/>
        </p:nvSpPr>
        <p:spPr bwMode="auto">
          <a:xfrm>
            <a:off x="457200" y="3950208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Flip-Flop</a:t>
            </a:r>
            <a:endParaRPr/>
          </a:p>
        </p:txBody>
      </p:sp>
      <p:sp>
        <p:nvSpPr>
          <p:cNvPr id="1841124923" name="TextBox 43"/>
          <p:cNvSpPr txBox="1"/>
          <p:nvPr/>
        </p:nvSpPr>
        <p:spPr bwMode="auto">
          <a:xfrm>
            <a:off x="3200400" y="3950208"/>
            <a:ext cx="21034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15,285</a:t>
            </a:r>
            <a:endParaRPr/>
          </a:p>
        </p:txBody>
      </p:sp>
      <p:sp>
        <p:nvSpPr>
          <p:cNvPr id="1940115830" name="TextBox 44"/>
          <p:cNvSpPr txBox="1"/>
          <p:nvPr/>
        </p:nvSpPr>
        <p:spPr bwMode="auto">
          <a:xfrm>
            <a:off x="5486400" y="3950208"/>
            <a:ext cx="256068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1,045,440</a:t>
            </a:r>
            <a:endParaRPr/>
          </a:p>
        </p:txBody>
      </p:sp>
      <p:sp>
        <p:nvSpPr>
          <p:cNvPr id="885541569" name="TextBox 45"/>
          <p:cNvSpPr txBox="1"/>
          <p:nvPr/>
        </p:nvSpPr>
        <p:spPr bwMode="auto">
          <a:xfrm>
            <a:off x="8229600" y="3950208"/>
            <a:ext cx="27435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333333"/>
                </a:solidFill>
              </a:rPr>
              <a:t>1.46%</a:t>
            </a:r>
            <a:endParaRPr/>
          </a:p>
        </p:txBody>
      </p:sp>
      <p:sp>
        <p:nvSpPr>
          <p:cNvPr id="1782851894" name="Rectangle 46"/>
          <p:cNvSpPr/>
          <p:nvPr/>
        </p:nvSpPr>
        <p:spPr bwMode="auto">
          <a:xfrm>
            <a:off x="365760" y="4370832"/>
            <a:ext cx="11430000" cy="118872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3640904" name="TextBox 47"/>
          <p:cNvSpPr txBox="1"/>
          <p:nvPr/>
        </p:nvSpPr>
        <p:spPr bwMode="auto">
          <a:xfrm>
            <a:off x="548640" y="4462272"/>
            <a:ext cx="11158199" cy="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1E8449"/>
                </a:solidFill>
              </a:rPr>
              <a:t>✓  Timing closed at 100 MHz  |  WNS = +0.096 ns  |  WHS = +0.011 ns  |  0 failing endpoints</a:t>
            </a:r>
            <a:endParaRPr/>
          </a:p>
        </p:txBody>
      </p:sp>
      <p:sp>
        <p:nvSpPr>
          <p:cNvPr id="1575073161" name="TextBox 48"/>
          <p:cNvSpPr txBox="1"/>
          <p:nvPr/>
        </p:nvSpPr>
        <p:spPr bwMode="auto">
          <a:xfrm>
            <a:off x="548640" y="4828032"/>
            <a:ext cx="11156040" cy="27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333333"/>
                </a:solidFill>
              </a:rPr>
              <a:t>Board-level performance (fps, latency, power) pending hardware deployment</a:t>
            </a:r>
            <a:endParaRPr/>
          </a:p>
        </p:txBody>
      </p:sp>
      <p:sp>
        <p:nvSpPr>
          <p:cNvPr id="1718583360" name="TextBox 49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Implementation Results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309510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2927115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81505209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820051036" name="TextBox 7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The HLS Methodology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sp>
        <p:nvSpPr>
          <p:cNvPr id="1028467066" name="Rectangle 8"/>
          <p:cNvSpPr/>
          <p:nvPr/>
        </p:nvSpPr>
        <p:spPr bwMode="auto">
          <a:xfrm>
            <a:off x="36576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7322692" name="Rectangle 9"/>
          <p:cNvSpPr/>
          <p:nvPr/>
        </p:nvSpPr>
        <p:spPr bwMode="auto">
          <a:xfrm>
            <a:off x="365760" y="1463040"/>
            <a:ext cx="2606040" cy="502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173970" name="TextBox 10"/>
          <p:cNvSpPr txBox="1"/>
          <p:nvPr/>
        </p:nvSpPr>
        <p:spPr bwMode="auto">
          <a:xfrm>
            <a:off x="365760" y="1481328"/>
            <a:ext cx="260640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FFFFFF"/>
                </a:solidFill>
              </a:rPr>
              <a:t>Model 1</a:t>
            </a:r>
            <a:br>
              <a:rPr sz="1400" b="1" i="0">
                <a:solidFill>
                  <a:srgbClr val="FFFFFF"/>
                </a:solidFill>
              </a:rPr>
            </a:br>
            <a:r>
              <a:rPr sz="1400" b="1" i="0">
                <a:solidFill>
                  <a:srgbClr val="FFFFFF"/>
                </a:solidFill>
              </a:rPr>
              <a:t>Baseline</a:t>
            </a:r>
            <a:endParaRPr/>
          </a:p>
        </p:txBody>
      </p:sp>
      <p:sp>
        <p:nvSpPr>
          <p:cNvPr id="1030717085" name="TextBox 11"/>
          <p:cNvSpPr txBox="1"/>
          <p:nvPr/>
        </p:nvSpPr>
        <p:spPr bwMode="auto">
          <a:xfrm>
            <a:off x="365760" y="2011680"/>
            <a:ext cx="26064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333333"/>
                </a:solidFill>
              </a:rPr>
              <a:t>Sequential</a:t>
            </a:r>
            <a:br>
              <a:rPr sz="1300" b="0" i="0">
                <a:solidFill>
                  <a:srgbClr val="333333"/>
                </a:solidFill>
              </a:rPr>
            </a:br>
            <a:r>
              <a:rPr sz="1300" b="0" i="0">
                <a:solidFill>
                  <a:srgbClr val="333333"/>
                </a:solidFill>
              </a:rPr>
              <a:t>No directives</a:t>
            </a:r>
            <a:endParaRPr/>
          </a:p>
        </p:txBody>
      </p:sp>
      <p:sp>
        <p:nvSpPr>
          <p:cNvPr id="1853669178" name="TextBox 12"/>
          <p:cNvSpPr txBox="1"/>
          <p:nvPr/>
        </p:nvSpPr>
        <p:spPr bwMode="auto">
          <a:xfrm>
            <a:off x="365760" y="2880360"/>
            <a:ext cx="26064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Key: Reference</a:t>
            </a:r>
            <a:endParaRPr/>
          </a:p>
        </p:txBody>
      </p:sp>
      <p:sp>
        <p:nvSpPr>
          <p:cNvPr id="1582324152" name="Rectangle 13"/>
          <p:cNvSpPr/>
          <p:nvPr/>
        </p:nvSpPr>
        <p:spPr bwMode="auto">
          <a:xfrm>
            <a:off x="324612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8001508" name="Rectangle 14"/>
          <p:cNvSpPr/>
          <p:nvPr/>
        </p:nvSpPr>
        <p:spPr bwMode="auto">
          <a:xfrm>
            <a:off x="3246120" y="1463040"/>
            <a:ext cx="260604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6679894" name="TextBox 15"/>
          <p:cNvSpPr txBox="1"/>
          <p:nvPr/>
        </p:nvSpPr>
        <p:spPr bwMode="auto">
          <a:xfrm>
            <a:off x="3246120" y="1481328"/>
            <a:ext cx="260640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FFFFFF"/>
                </a:solidFill>
              </a:rPr>
              <a:t>Model 2</a:t>
            </a:r>
            <a:br>
              <a:rPr sz="1400" b="1" i="0">
                <a:solidFill>
                  <a:srgbClr val="FFFFFF"/>
                </a:solidFill>
              </a:rPr>
            </a:br>
            <a:r>
              <a:rPr sz="1400" b="1" i="0">
                <a:solidFill>
                  <a:srgbClr val="FFFFFF"/>
                </a:solidFill>
              </a:rPr>
              <a:t>Pipelined</a:t>
            </a:r>
            <a:endParaRPr/>
          </a:p>
        </p:txBody>
      </p:sp>
      <p:sp>
        <p:nvSpPr>
          <p:cNvPr id="703816666" name="TextBox 16"/>
          <p:cNvSpPr txBox="1"/>
          <p:nvPr/>
        </p:nvSpPr>
        <p:spPr bwMode="auto">
          <a:xfrm>
            <a:off x="3246120" y="2011680"/>
            <a:ext cx="26064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2E86C1"/>
                </a:solidFill>
              </a:rPr>
              <a:t>#pragma HLS</a:t>
            </a:r>
            <a:br>
              <a:rPr sz="1300" b="0" i="0">
                <a:solidFill>
                  <a:srgbClr val="2E86C1"/>
                </a:solidFill>
              </a:rPr>
            </a:br>
            <a:r>
              <a:rPr sz="1300" b="0" i="0">
                <a:solidFill>
                  <a:srgbClr val="2E86C1"/>
                </a:solidFill>
              </a:rPr>
              <a:t>PIPELINE</a:t>
            </a:r>
            <a:endParaRPr/>
          </a:p>
        </p:txBody>
      </p:sp>
      <p:sp>
        <p:nvSpPr>
          <p:cNvPr id="2071788611" name="TextBox 17"/>
          <p:cNvSpPr txBox="1"/>
          <p:nvPr/>
        </p:nvSpPr>
        <p:spPr bwMode="auto">
          <a:xfrm>
            <a:off x="3246120" y="2880360"/>
            <a:ext cx="26064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Key: Pipelining</a:t>
            </a:r>
            <a:endParaRPr/>
          </a:p>
        </p:txBody>
      </p:sp>
      <p:sp>
        <p:nvSpPr>
          <p:cNvPr id="699282780" name="Rectangle 18"/>
          <p:cNvSpPr/>
          <p:nvPr/>
        </p:nvSpPr>
        <p:spPr bwMode="auto">
          <a:xfrm>
            <a:off x="612648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4383894" name="Rectangle 19"/>
          <p:cNvSpPr/>
          <p:nvPr/>
        </p:nvSpPr>
        <p:spPr bwMode="auto">
          <a:xfrm>
            <a:off x="6126480" y="1463040"/>
            <a:ext cx="26060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958196" name="TextBox 20"/>
          <p:cNvSpPr txBox="1"/>
          <p:nvPr/>
        </p:nvSpPr>
        <p:spPr bwMode="auto">
          <a:xfrm>
            <a:off x="6126480" y="1481328"/>
            <a:ext cx="260640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FFFFFF"/>
                </a:solidFill>
              </a:rPr>
              <a:t>Model 3</a:t>
            </a:r>
            <a:br>
              <a:rPr sz="1400" b="1" i="0">
                <a:solidFill>
                  <a:srgbClr val="FFFFFF"/>
                </a:solidFill>
              </a:rPr>
            </a:br>
            <a:r>
              <a:rPr sz="1400" b="1" i="0">
                <a:solidFill>
                  <a:srgbClr val="FFFFFF"/>
                </a:solidFill>
              </a:rPr>
              <a:t>Parallelism</a:t>
            </a:r>
            <a:endParaRPr/>
          </a:p>
        </p:txBody>
      </p:sp>
      <p:sp>
        <p:nvSpPr>
          <p:cNvPr id="115572537" name="TextBox 21"/>
          <p:cNvSpPr txBox="1"/>
          <p:nvPr/>
        </p:nvSpPr>
        <p:spPr bwMode="auto">
          <a:xfrm>
            <a:off x="6126480" y="2011680"/>
            <a:ext cx="26064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E67E22"/>
                </a:solidFill>
              </a:rPr>
              <a:t>UNROLL factor</a:t>
            </a:r>
            <a:br>
              <a:rPr sz="1300" b="0" i="0">
                <a:solidFill>
                  <a:srgbClr val="E67E22"/>
                </a:solidFill>
              </a:rPr>
            </a:br>
            <a:r>
              <a:rPr sz="1300" b="0" i="0">
                <a:solidFill>
                  <a:srgbClr val="E67E22"/>
                </a:solidFill>
              </a:rPr>
              <a:t>16/32 + PARTITION</a:t>
            </a:r>
            <a:endParaRPr/>
          </a:p>
        </p:txBody>
      </p:sp>
      <p:sp>
        <p:nvSpPr>
          <p:cNvPr id="215849590" name="TextBox 22"/>
          <p:cNvSpPr txBox="1"/>
          <p:nvPr/>
        </p:nvSpPr>
        <p:spPr bwMode="auto">
          <a:xfrm>
            <a:off x="6126480" y="2880360"/>
            <a:ext cx="26064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Key: Parallelism</a:t>
            </a:r>
            <a:endParaRPr/>
          </a:p>
        </p:txBody>
      </p:sp>
      <p:sp>
        <p:nvSpPr>
          <p:cNvPr id="1174061559" name="Rectangle 23"/>
          <p:cNvSpPr/>
          <p:nvPr/>
        </p:nvSpPr>
        <p:spPr bwMode="auto">
          <a:xfrm>
            <a:off x="9006840" y="1463040"/>
            <a:ext cx="260604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0210827" name="Rectangle 24"/>
          <p:cNvSpPr/>
          <p:nvPr/>
        </p:nvSpPr>
        <p:spPr bwMode="auto">
          <a:xfrm>
            <a:off x="9006840" y="1463040"/>
            <a:ext cx="2606040" cy="5029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1939828" name="TextBox 25"/>
          <p:cNvSpPr txBox="1"/>
          <p:nvPr/>
        </p:nvSpPr>
        <p:spPr bwMode="auto">
          <a:xfrm>
            <a:off x="9006840" y="1481328"/>
            <a:ext cx="2606400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FFFFFF"/>
                </a:solidFill>
              </a:rPr>
              <a:t>Model 4</a:t>
            </a:r>
            <a:br>
              <a:rPr sz="1400" b="1" i="0">
                <a:solidFill>
                  <a:srgbClr val="FFFFFF"/>
                </a:solidFill>
              </a:rPr>
            </a:br>
            <a:r>
              <a:rPr sz="1400" b="1" i="0">
                <a:solidFill>
                  <a:srgbClr val="FFFFFF"/>
                </a:solidFill>
              </a:rPr>
              <a:t>Final</a:t>
            </a:r>
            <a:endParaRPr/>
          </a:p>
        </p:txBody>
      </p:sp>
      <p:sp>
        <p:nvSpPr>
          <p:cNvPr id="988150053" name="TextBox 26"/>
          <p:cNvSpPr txBox="1"/>
          <p:nvPr/>
        </p:nvSpPr>
        <p:spPr bwMode="auto">
          <a:xfrm>
            <a:off x="9006840" y="2011680"/>
            <a:ext cx="2606400" cy="48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1E8449"/>
                </a:solidFill>
              </a:rPr>
              <a:t>Pipeline +</a:t>
            </a:r>
            <a:br>
              <a:rPr sz="1300" b="0" i="0">
                <a:solidFill>
                  <a:srgbClr val="1E8449"/>
                </a:solidFill>
              </a:rPr>
            </a:br>
            <a:r>
              <a:rPr sz="1300" b="0" i="0">
                <a:solidFill>
                  <a:srgbClr val="1E8449"/>
                </a:solidFill>
              </a:rPr>
              <a:t>Parallelism + 7 ns</a:t>
            </a:r>
            <a:endParaRPr/>
          </a:p>
        </p:txBody>
      </p:sp>
      <p:sp>
        <p:nvSpPr>
          <p:cNvPr id="1160805490" name="TextBox 27"/>
          <p:cNvSpPr txBox="1"/>
          <p:nvPr/>
        </p:nvSpPr>
        <p:spPr bwMode="auto">
          <a:xfrm>
            <a:off x="9006840" y="2880360"/>
            <a:ext cx="260640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0" i="0">
                <a:solidFill>
                  <a:srgbClr val="333333"/>
                </a:solidFill>
              </a:rPr>
              <a:t>Key: Combined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22520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08801560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5264364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750451409" name="TextBox 8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018753315" name="TextBox 9"/>
          <p:cNvSpPr txBox="1"/>
          <p:nvPr/>
        </p:nvSpPr>
        <p:spPr bwMode="auto">
          <a:xfrm>
            <a:off x="2403631" y="336643"/>
            <a:ext cx="7385093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RTL VS HLS: The Battle Results</a:t>
            </a:r>
            <a:endParaRPr/>
          </a:p>
        </p:txBody>
      </p:sp>
      <p:graphicFrame>
        <p:nvGraphicFramePr>
          <p:cNvPr id="879355355" name=""/>
          <p:cNvGraphicFramePr>
            <a:graphicFrameLocks xmlns:a="http://schemas.openxmlformats.org/drawingml/2006/main"/>
          </p:cNvGraphicFramePr>
          <p:nvPr/>
        </p:nvGraphicFramePr>
        <p:xfrm rot="0">
          <a:off x="2031999" y="2818419"/>
          <a:ext cx="8127999" cy="18287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{EB344D84-9AFB-497E-A393-DC336BA19D2E}</a:tableStyleId>
              </a:tblPr>
              <a:tblGrid>
                <a:gridCol w="2709333"/>
                <a:gridCol w="2709333"/>
                <a:gridCol w="2709333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Metric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HLS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RTL</a:t>
                      </a:r>
                      <a:endParaRPr sz="2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Top-1 Accuracy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71%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/>
                        <a:t>71%</a:t>
                      </a:r>
                      <a:endParaRPr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Fits on the target chip?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No — needs 257–337% of available DSP/BRAM (over capacity, would not fit as generated)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Yes — fits comfortably: 79% DSP, 59% BRAM</a:t>
                      </a:r>
                      <a:endParaRPr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Power draw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Not measurable as generated — design is too large to implement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6.816 W (real, measured)</a:t>
                      </a:r>
                      <a:endParaRPr sz="16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Energy per image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Not measurable as generated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</a:rPr>
                        <a:t>0.0053 J (real, measured)</a:t>
                      </a:r>
                      <a:endParaRPr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38080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74818262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899269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232739958" name="TextBox 5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715417453" name="Text 2"/>
          <p:cNvSpPr/>
          <p:nvPr/>
        </p:nvSpPr>
        <p:spPr bwMode="auto">
          <a:xfrm>
            <a:off x="1576908" y="1446822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0" b="1">
                <a:solidFill>
                  <a:srgbClr val="48A9C9">
                    <a:alpha val="25000"/>
                  </a:srgbClr>
                </a:solidFill>
              </a:rPr>
              <a:t>09</a:t>
            </a:r>
            <a:endParaRPr lang="en-US" sz="13000" b="1">
              <a:solidFill>
                <a:srgbClr val="48A9C9">
                  <a:alpha val="25000"/>
                </a:srgbClr>
              </a:solidFill>
            </a:endParaRPr>
          </a:p>
        </p:txBody>
      </p:sp>
      <p:sp>
        <p:nvSpPr>
          <p:cNvPr id="1329116072" name="Text 3"/>
          <p:cNvSpPr/>
          <p:nvPr/>
        </p:nvSpPr>
        <p:spPr bwMode="auto">
          <a:xfrm>
            <a:off x="4685868" y="20869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600" b="1" spc="199">
                <a:solidFill>
                  <a:srgbClr val="FFFFFF"/>
                </a:solidFill>
              </a:rPr>
              <a:t>CONCLUSION</a:t>
            </a:r>
            <a:endParaRPr lang="en-US" sz="3600"/>
          </a:p>
        </p:txBody>
      </p:sp>
      <p:sp>
        <p:nvSpPr>
          <p:cNvPr id="2063166311" name="Text 4"/>
          <p:cNvSpPr/>
          <p:nvPr/>
        </p:nvSpPr>
        <p:spPr bwMode="auto">
          <a:xfrm>
            <a:off x="4685868" y="354994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A8D8EA"/>
                </a:solidFill>
              </a:rPr>
              <a:t>Objectives met. Contributions made. What comes next?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066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8492593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6305689" name="TextBox 5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096792879" name="TextBox 9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What We Delivered?</a:t>
            </a:r>
            <a:endParaRPr/>
          </a:p>
        </p:txBody>
      </p:sp>
      <p:graphicFrame>
        <p:nvGraphicFramePr>
          <p:cNvPr id="152845420" name="Diagram 11"/>
          <p:cNvGraphicFramePr>
            <a:graphicFrameLocks xmlns:a="http://schemas.openxmlformats.org/drawingml/2006/main"/>
          </p:cNvGraphicFramePr>
          <p:nvPr/>
        </p:nvGraphicFramePr>
        <p:xfrm rot="0">
          <a:off x="0" y="1627659"/>
          <a:ext cx="12191999" cy="3959156"/>
          <a:chOff x="0" y="0"/>
          <a:chExt cx="12191999" cy="3959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874353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2305485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3463249" name="TextBox 5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988831190" name="Rectangle 12"/>
          <p:cNvSpPr/>
          <p:nvPr/>
        </p:nvSpPr>
        <p:spPr bwMode="auto">
          <a:xfrm>
            <a:off x="365760" y="2384321"/>
            <a:ext cx="11430000" cy="1097280"/>
          </a:xfrm>
          <a:prstGeom prst="rect">
            <a:avLst/>
          </a:prstGeom>
          <a:solidFill>
            <a:srgbClr val="EAF2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8133605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29075237" name="TextBox 9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i="0">
                <a:solidFill>
                  <a:srgbClr val="FAF9F6"/>
                </a:solidFill>
                <a:latin typeface="Segoe UI"/>
              </a:rPr>
              <a:t>Key Achievement</a:t>
            </a:r>
            <a:endParaRPr/>
          </a:p>
        </p:txBody>
      </p:sp>
      <p:sp>
        <p:nvSpPr>
          <p:cNvPr id="1476849687" name="TextBox 11"/>
          <p:cNvSpPr txBox="1"/>
          <p:nvPr/>
        </p:nvSpPr>
        <p:spPr bwMode="auto">
          <a:xfrm>
            <a:off x="894944" y="2609794"/>
            <a:ext cx="9969400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0" i="0">
                <a:solidFill>
                  <a:srgbClr val="0D252D"/>
                </a:solidFill>
              </a:rPr>
              <a:t>Fully custom RTL </a:t>
            </a:r>
            <a:r>
              <a:rPr lang="en-US" sz="1800" b="0" i="0">
                <a:solidFill>
                  <a:srgbClr val="0D252D"/>
                </a:solidFill>
              </a:rPr>
              <a:t>ShuffleNet</a:t>
            </a:r>
            <a:r>
              <a:rPr lang="en-US" sz="1800" b="0" i="0">
                <a:solidFill>
                  <a:srgbClr val="0D252D"/>
                </a:solidFill>
              </a:rPr>
              <a:t> V2 accelerator synthesized and timing-closed on ZU19EG at 100 MHz</a:t>
            </a:r>
            <a:br>
              <a:rPr lang="en-US" sz="1800" b="0" i="0">
                <a:solidFill>
                  <a:srgbClr val="0D252D"/>
                </a:solidFill>
              </a:rPr>
            </a:br>
            <a:r>
              <a:rPr lang="en-US" sz="1800" b="0" i="0">
                <a:solidFill>
                  <a:srgbClr val="0D252D"/>
                </a:solidFill>
              </a:rPr>
              <a:t>DSP: 78.76%  |  BRAM: 58.69%  |  LUT: 14.34%  |  WNS: +0.096 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518192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28015477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24339371" name="TextBox 5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100541678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4309625" name="TextBox 7"/>
          <p:cNvSpPr txBox="1"/>
          <p:nvPr/>
        </p:nvSpPr>
        <p:spPr bwMode="auto">
          <a:xfrm>
            <a:off x="2403631" y="336643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What’s Next?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graphicFrame>
        <p:nvGraphicFramePr>
          <p:cNvPr id="26211373" name="Diagram 10"/>
          <p:cNvGraphicFramePr>
            <a:graphicFrameLocks xmlns:a="http://schemas.openxmlformats.org/drawingml/2006/main"/>
          </p:cNvGraphicFramePr>
          <p:nvPr/>
        </p:nvGraphicFramePr>
        <p:xfrm rot="0">
          <a:off x="1344036" y="1614789"/>
          <a:ext cx="9503922" cy="3713751"/>
          <a:chOff x="0" y="0"/>
          <a:chExt cx="9503922" cy="3713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389530" name="Rectangle 1"/>
          <p:cNvSpPr/>
          <p:nvPr/>
        </p:nvSpPr>
        <p:spPr bwMode="auto">
          <a:xfrm>
            <a:off x="0" y="0"/>
            <a:ext cx="12191999" cy="20872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28351137" name="Rectangle 2"/>
          <p:cNvSpPr/>
          <p:nvPr/>
        </p:nvSpPr>
        <p:spPr bwMode="auto">
          <a:xfrm>
            <a:off x="0" y="6754482"/>
            <a:ext cx="12191999" cy="10351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7708122" name="TextBox 5"/>
          <p:cNvSpPr txBox="1"/>
          <p:nvPr/>
        </p:nvSpPr>
        <p:spPr bwMode="auto">
          <a:xfrm>
            <a:off x="4171950" y="-32265"/>
            <a:ext cx="3848459" cy="30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400" b="1">
                <a:latin typeface="Segoe UI"/>
                <a:cs typeface="Segoe UI"/>
              </a:rPr>
              <a:t>ACT 2</a:t>
            </a:r>
            <a:endParaRPr/>
          </a:p>
        </p:txBody>
      </p:sp>
      <p:sp>
        <p:nvSpPr>
          <p:cNvPr id="209966960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224627667" name="TextBox 9"/>
          <p:cNvSpPr txBox="1"/>
          <p:nvPr/>
        </p:nvSpPr>
        <p:spPr bwMode="auto">
          <a:xfrm>
            <a:off x="2403631" y="1988715"/>
            <a:ext cx="7389773" cy="1189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7200" b="1">
                <a:solidFill>
                  <a:srgbClr val="FAF9F6"/>
                </a:solidFill>
                <a:latin typeface="Segoe UI"/>
              </a:rPr>
              <a:t>Q/A</a:t>
            </a:r>
            <a:endParaRPr lang="en-US" sz="7200" b="1" i="0">
              <a:solidFill>
                <a:srgbClr val="FAF9F6"/>
              </a:solidFill>
              <a:latin typeface="Segoe UI"/>
            </a:endParaRPr>
          </a:p>
        </p:txBody>
      </p:sp>
      <p:sp>
        <p:nvSpPr>
          <p:cNvPr id="1996789394" name="Text 4"/>
          <p:cNvSpPr/>
          <p:nvPr/>
        </p:nvSpPr>
        <p:spPr bwMode="auto">
          <a:xfrm>
            <a:off x="3444238" y="355753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2400">
                <a:solidFill>
                  <a:srgbClr val="A8D8EA"/>
                </a:solidFill>
              </a:rPr>
              <a:t>We are ready to defend our cause.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216339" name="Picture 9" descr="A close-up of a circuit board&#10;&#10;Description automatically generated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l="0" t="0" r="0" b="19245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46354963" name="Shape 5"/>
          <p:cNvSpPr/>
          <p:nvPr/>
        </p:nvSpPr>
        <p:spPr bwMode="auto">
          <a:xfrm>
            <a:off x="4685868" y="4647220"/>
            <a:ext cx="1280160" cy="347471"/>
          </a:xfrm>
          <a:prstGeom prst="line">
            <a:avLst>
              <a:gd name="adj" fmla="val 13158"/>
            </a:avLst>
          </a:prstGeom>
          <a:solidFill>
            <a:srgbClr val="50FA1E"/>
          </a:solidFill>
          <a:ln/>
        </p:spPr>
      </p:sp>
      <p:sp>
        <p:nvSpPr>
          <p:cNvPr id="116991105" name="TextBox 4"/>
          <p:cNvSpPr txBox="1"/>
          <p:nvPr/>
        </p:nvSpPr>
        <p:spPr bwMode="auto">
          <a:xfrm>
            <a:off x="2403452" y="3108780"/>
            <a:ext cx="7385093" cy="64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rgbClr val="FAF9F6"/>
                </a:solidFill>
                <a:latin typeface="Segoe UI"/>
              </a:rPr>
              <a:t>Thanks for your Time</a:t>
            </a:r>
            <a:endParaRPr lang="en-US" sz="3600" b="1" i="0">
              <a:solidFill>
                <a:srgbClr val="FAF9F6"/>
              </a:solidFill>
              <a:latin typeface="Segoe UI"/>
            </a:endParaRPr>
          </a:p>
        </p:txBody>
      </p:sp>
      <p:sp>
        <p:nvSpPr>
          <p:cNvPr id="2051890170" name="TextBox 10"/>
          <p:cNvSpPr txBox="1"/>
          <p:nvPr/>
        </p:nvSpPr>
        <p:spPr bwMode="auto">
          <a:xfrm>
            <a:off x="3595686" y="3524241"/>
            <a:ext cx="5001344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66</Slides>
  <Notes>66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 ShuffleNet V2 Accelerator Using RTL and HLS</dc:title>
  <dc:creator>mohamed ahmed</dc:creator>
  <cp:lastModifiedBy/>
  <cp:revision>24</cp:revision>
  <dcterms:created xsi:type="dcterms:W3CDTF">2026-07-01T17:21:26Z</dcterms:created>
  <dcterms:modified xsi:type="dcterms:W3CDTF">2026-07-10T20:13:15Z</dcterms:modified>
</cp:coreProperties>
</file>